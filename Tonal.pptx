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comments/modernComment_114_1ECEE0BD.xml" ContentType="application/vnd.ms-powerpoint.comments+xml"/>
  <Override PartName="/ppt/comments/modernComment_11E_857B80F4.xml" ContentType="application/vnd.ms-powerpoint.comments+xml"/>
  <Override PartName="/ppt/comments/modernComment_10F_B74C30C4.xml" ContentType="application/vnd.ms-powerpoint.comments+xml"/>
  <Override PartName="/ppt/comments/modernComment_11D_CCF398BF.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68" r:id="rId2"/>
    <p:sldId id="282" r:id="rId3"/>
    <p:sldId id="280" r:id="rId4"/>
    <p:sldId id="275" r:id="rId5"/>
    <p:sldId id="277" r:id="rId6"/>
    <p:sldId id="281" r:id="rId7"/>
    <p:sldId id="276" r:id="rId8"/>
    <p:sldId id="286" r:id="rId9"/>
    <p:sldId id="278" r:id="rId10"/>
    <p:sldId id="271" r:id="rId11"/>
    <p:sldId id="285" r:id="rId12"/>
    <p:sldId id="283" r:id="rId13"/>
    <p:sldId id="284" r:id="rId14"/>
    <p:sldId id="2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7D7F10-7A00-1B42-FA01-855F77037521}" name="Nupur Mohapatra" initials="NM" userId="S::nm358@duke.edu::b9771a76-a249-4689-8b51-c86ee4750c41" providerId="AD"/>
  <p188:author id="{E5BB2F18-FA33-5D9C-3D50-A080DC237282}" name="Sneh Pandey" initials="SP" userId="S::sp743@duke.edu::14082e1a-38cb-4dac-8abf-df68ee1cda3a" providerId="AD"/>
  <p188:author id="{3586808A-D0C2-24D6-3719-3BCDB16E7DAC}" name="Amrit Chugani" initials="AC" userId="S::ac928@duke.edu::74943e04-3dec-4f3f-a395-81cfa479598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E2B74"/>
    <a:srgbClr val="31859C"/>
    <a:srgbClr val="EEECE1"/>
    <a:srgbClr val="DDD9C3"/>
    <a:srgbClr val="215F9A"/>
    <a:srgbClr val="B3A97F"/>
    <a:srgbClr val="D5D0B9"/>
    <a:srgbClr val="EFEEE7"/>
    <a:srgbClr val="DFDBD4"/>
    <a:srgbClr val="2E1D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A3D1F3-9695-4F5F-9CDC-8A5CE8E3DDCC}" v="6" dt="2024-12-02T21:03:52.028"/>
    <p1510:client id="{EE3A3A44-5825-EEEE-3DC1-273283154EE8}" v="1" dt="2024-12-02T20:02:12.9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pur Mohapatra" userId="S::nm358@duke.edu::b9771a76-a249-4689-8b51-c86ee4750c41" providerId="AD" clId="Web-{5BE0B67C-4DF1-67CD-014F-75072814AB1E}"/>
    <pc:docChg chg="addSld">
      <pc:chgData name="Nupur Mohapatra" userId="S::nm358@duke.edu::b9771a76-a249-4689-8b51-c86ee4750c41" providerId="AD" clId="Web-{5BE0B67C-4DF1-67CD-014F-75072814AB1E}" dt="2024-10-26T20:09:53.953" v="0"/>
      <pc:docMkLst>
        <pc:docMk/>
      </pc:docMkLst>
      <pc:sldChg chg="new">
        <pc:chgData name="Nupur Mohapatra" userId="S::nm358@duke.edu::b9771a76-a249-4689-8b51-c86ee4750c41" providerId="AD" clId="Web-{5BE0B67C-4DF1-67CD-014F-75072814AB1E}" dt="2024-10-26T20:09:53.953" v="0"/>
        <pc:sldMkLst>
          <pc:docMk/>
          <pc:sldMk cId="1241535169" sldId="269"/>
        </pc:sldMkLst>
      </pc:sldChg>
    </pc:docChg>
  </pc:docChgLst>
  <pc:docChgLst>
    <pc:chgData name="Nupur Mohapatra" userId="b9771a76-a249-4689-8b51-c86ee4750c41" providerId="ADAL" clId="{290A16EF-DBC1-43DC-8844-B413AF115B77}"/>
    <pc:docChg chg="undo redo custSel addSld delSld modSld sldOrd delMainMaster">
      <pc:chgData name="Nupur Mohapatra" userId="b9771a76-a249-4689-8b51-c86ee4750c41" providerId="ADAL" clId="{290A16EF-DBC1-43DC-8844-B413AF115B77}" dt="2024-10-30T02:52:42.148" v="2703" actId="20577"/>
      <pc:docMkLst>
        <pc:docMk/>
      </pc:docMkLst>
      <pc:sldChg chg="addSp modSp del mod modNotesTx">
        <pc:chgData name="Nupur Mohapatra" userId="b9771a76-a249-4689-8b51-c86ee4750c41" providerId="ADAL" clId="{290A16EF-DBC1-43DC-8844-B413AF115B77}" dt="2024-10-28T23:09:48.156" v="886" actId="47"/>
        <pc:sldMkLst>
          <pc:docMk/>
          <pc:sldMk cId="2404241648" sldId="261"/>
        </pc:sldMkLst>
        <pc:spChg chg="add mod">
          <ac:chgData name="Nupur Mohapatra" userId="b9771a76-a249-4689-8b51-c86ee4750c41" providerId="ADAL" clId="{290A16EF-DBC1-43DC-8844-B413AF115B77}" dt="2024-10-28T22:02:49.208" v="698" actId="20577"/>
          <ac:spMkLst>
            <pc:docMk/>
            <pc:sldMk cId="2404241648" sldId="261"/>
            <ac:spMk id="3" creationId="{1E674432-0502-49FA-F728-D3CD0DABA03D}"/>
          </ac:spMkLst>
        </pc:spChg>
        <pc:spChg chg="add mod">
          <ac:chgData name="Nupur Mohapatra" userId="b9771a76-a249-4689-8b51-c86ee4750c41" providerId="ADAL" clId="{290A16EF-DBC1-43DC-8844-B413AF115B77}" dt="2024-10-28T21:48:59.964" v="564" actId="207"/>
          <ac:spMkLst>
            <pc:docMk/>
            <pc:sldMk cId="2404241648" sldId="261"/>
            <ac:spMk id="4" creationId="{B967824B-F17E-9805-1933-3FAA5EF6EA78}"/>
          </ac:spMkLst>
        </pc:spChg>
        <pc:spChg chg="add mod">
          <ac:chgData name="Nupur Mohapatra" userId="b9771a76-a249-4689-8b51-c86ee4750c41" providerId="ADAL" clId="{290A16EF-DBC1-43DC-8844-B413AF115B77}" dt="2024-10-28T22:18:06.330" v="831" actId="113"/>
          <ac:spMkLst>
            <pc:docMk/>
            <pc:sldMk cId="2404241648" sldId="261"/>
            <ac:spMk id="5" creationId="{48F2CD1C-2E68-9401-CB99-9027B89A4986}"/>
          </ac:spMkLst>
        </pc:spChg>
        <pc:spChg chg="mod">
          <ac:chgData name="Nupur Mohapatra" userId="b9771a76-a249-4689-8b51-c86ee4750c41" providerId="ADAL" clId="{290A16EF-DBC1-43DC-8844-B413AF115B77}" dt="2024-10-28T22:08:04.805" v="736" actId="20577"/>
          <ac:spMkLst>
            <pc:docMk/>
            <pc:sldMk cId="2404241648" sldId="261"/>
            <ac:spMk id="6" creationId="{A7B98F29-D811-84A8-0D59-7410D3DAEE5A}"/>
          </ac:spMkLst>
        </pc:spChg>
        <pc:spChg chg="mod">
          <ac:chgData name="Nupur Mohapatra" userId="b9771a76-a249-4689-8b51-c86ee4750c41" providerId="ADAL" clId="{290A16EF-DBC1-43DC-8844-B413AF115B77}" dt="2024-10-28T21:48:34.441" v="541" actId="14100"/>
          <ac:spMkLst>
            <pc:docMk/>
            <pc:sldMk cId="2404241648" sldId="261"/>
            <ac:spMk id="36" creationId="{863BC1BE-435C-7B74-114C-5417EEC97326}"/>
          </ac:spMkLst>
        </pc:spChg>
        <pc:spChg chg="mod">
          <ac:chgData name="Nupur Mohapatra" userId="b9771a76-a249-4689-8b51-c86ee4750c41" providerId="ADAL" clId="{290A16EF-DBC1-43DC-8844-B413AF115B77}" dt="2024-10-28T22:16:27.851" v="814" actId="14100"/>
          <ac:spMkLst>
            <pc:docMk/>
            <pc:sldMk cId="2404241648" sldId="261"/>
            <ac:spMk id="37" creationId="{7C87AF11-9E3F-89F2-251D-322A68EA1025}"/>
          </ac:spMkLst>
        </pc:spChg>
        <pc:spChg chg="mod">
          <ac:chgData name="Nupur Mohapatra" userId="b9771a76-a249-4689-8b51-c86ee4750c41" providerId="ADAL" clId="{290A16EF-DBC1-43DC-8844-B413AF115B77}" dt="2024-10-28T22:02:59.113" v="699" actId="14100"/>
          <ac:spMkLst>
            <pc:docMk/>
            <pc:sldMk cId="2404241648" sldId="261"/>
            <ac:spMk id="38" creationId="{74D4AA60-19EE-444C-9D45-4097C8C09F4F}"/>
          </ac:spMkLst>
        </pc:spChg>
        <pc:spChg chg="mod">
          <ac:chgData name="Nupur Mohapatra" userId="b9771a76-a249-4689-8b51-c86ee4750c41" providerId="ADAL" clId="{290A16EF-DBC1-43DC-8844-B413AF115B77}" dt="2024-10-28T22:10:34.428" v="809" actId="207"/>
          <ac:spMkLst>
            <pc:docMk/>
            <pc:sldMk cId="2404241648" sldId="261"/>
            <ac:spMk id="47" creationId="{9E8CA67C-31CD-89DA-44FB-5189F4444C5D}"/>
          </ac:spMkLst>
        </pc:spChg>
        <pc:spChg chg="mod">
          <ac:chgData name="Nupur Mohapatra" userId="b9771a76-a249-4689-8b51-c86ee4750c41" providerId="ADAL" clId="{290A16EF-DBC1-43DC-8844-B413AF115B77}" dt="2024-10-28T22:00:37.230" v="676" actId="313"/>
          <ac:spMkLst>
            <pc:docMk/>
            <pc:sldMk cId="2404241648" sldId="261"/>
            <ac:spMk id="48" creationId="{A3661956-5029-60A4-F10D-3783410D4771}"/>
          </ac:spMkLst>
        </pc:spChg>
      </pc:sldChg>
      <pc:sldChg chg="addSp delSp modSp del mod">
        <pc:chgData name="Nupur Mohapatra" userId="b9771a76-a249-4689-8b51-c86ee4750c41" providerId="ADAL" clId="{290A16EF-DBC1-43DC-8844-B413AF115B77}" dt="2024-10-29T23:49:27.583" v="2139" actId="47"/>
        <pc:sldMkLst>
          <pc:docMk/>
          <pc:sldMk cId="3559554758" sldId="262"/>
        </pc:sldMkLst>
        <pc:spChg chg="add del">
          <ac:chgData name="Nupur Mohapatra" userId="b9771a76-a249-4689-8b51-c86ee4750c41" providerId="ADAL" clId="{290A16EF-DBC1-43DC-8844-B413AF115B77}" dt="2024-10-29T23:46:27.887" v="2116" actId="21"/>
          <ac:spMkLst>
            <pc:docMk/>
            <pc:sldMk cId="3559554758" sldId="262"/>
            <ac:spMk id="2" creationId="{9575474E-CB2E-F30B-EF83-F6C234B78BE5}"/>
          </ac:spMkLst>
        </pc:spChg>
        <pc:spChg chg="add del mod">
          <ac:chgData name="Nupur Mohapatra" userId="b9771a76-a249-4689-8b51-c86ee4750c41" providerId="ADAL" clId="{290A16EF-DBC1-43DC-8844-B413AF115B77}" dt="2024-10-29T23:46:27.887" v="2116" actId="21"/>
          <ac:spMkLst>
            <pc:docMk/>
            <pc:sldMk cId="3559554758" sldId="262"/>
            <ac:spMk id="3" creationId="{7503738F-9B42-159A-7824-01EF020F5D9B}"/>
          </ac:spMkLst>
        </pc:spChg>
        <pc:spChg chg="add del mod">
          <ac:chgData name="Nupur Mohapatra" userId="b9771a76-a249-4689-8b51-c86ee4750c41" providerId="ADAL" clId="{290A16EF-DBC1-43DC-8844-B413AF115B77}" dt="2024-10-29T23:43:35.524" v="2097" actId="478"/>
          <ac:spMkLst>
            <pc:docMk/>
            <pc:sldMk cId="3559554758" sldId="262"/>
            <ac:spMk id="5" creationId="{7A202BEB-0640-56A1-C4D6-41150F7C32A4}"/>
          </ac:spMkLst>
        </pc:spChg>
        <pc:spChg chg="add del mod">
          <ac:chgData name="Nupur Mohapatra" userId="b9771a76-a249-4689-8b51-c86ee4750c41" providerId="ADAL" clId="{290A16EF-DBC1-43DC-8844-B413AF115B77}" dt="2024-10-29T23:45:18.013" v="2110" actId="478"/>
          <ac:spMkLst>
            <pc:docMk/>
            <pc:sldMk cId="3559554758" sldId="262"/>
            <ac:spMk id="6" creationId="{75A67053-2C39-9AC7-154B-64965CE87F8D}"/>
          </ac:spMkLst>
        </pc:spChg>
        <pc:spChg chg="add del mod">
          <ac:chgData name="Nupur Mohapatra" userId="b9771a76-a249-4689-8b51-c86ee4750c41" providerId="ADAL" clId="{290A16EF-DBC1-43DC-8844-B413AF115B77}" dt="2024-10-29T23:45:18.013" v="2110" actId="478"/>
          <ac:spMkLst>
            <pc:docMk/>
            <pc:sldMk cId="3559554758" sldId="262"/>
            <ac:spMk id="7" creationId="{FF802E7A-D47D-53EE-A26D-F6C40404BD75}"/>
          </ac:spMkLst>
        </pc:spChg>
        <pc:spChg chg="add del">
          <ac:chgData name="Nupur Mohapatra" userId="b9771a76-a249-4689-8b51-c86ee4750c41" providerId="ADAL" clId="{290A16EF-DBC1-43DC-8844-B413AF115B77}" dt="2024-10-29T23:46:27.887" v="2116" actId="21"/>
          <ac:spMkLst>
            <pc:docMk/>
            <pc:sldMk cId="3559554758" sldId="262"/>
            <ac:spMk id="19" creationId="{8DF49F2D-7ED7-49B1-1BDC-B5DB1153E80B}"/>
          </ac:spMkLst>
        </pc:spChg>
        <pc:spChg chg="add del">
          <ac:chgData name="Nupur Mohapatra" userId="b9771a76-a249-4689-8b51-c86ee4750c41" providerId="ADAL" clId="{290A16EF-DBC1-43DC-8844-B413AF115B77}" dt="2024-10-29T23:46:27.887" v="2116" actId="21"/>
          <ac:spMkLst>
            <pc:docMk/>
            <pc:sldMk cId="3559554758" sldId="262"/>
            <ac:spMk id="20" creationId="{BDE8AB35-431C-A913-DA63-6350C5936033}"/>
          </ac:spMkLst>
        </pc:spChg>
        <pc:spChg chg="add del">
          <ac:chgData name="Nupur Mohapatra" userId="b9771a76-a249-4689-8b51-c86ee4750c41" providerId="ADAL" clId="{290A16EF-DBC1-43DC-8844-B413AF115B77}" dt="2024-10-29T23:46:27.887" v="2116" actId="21"/>
          <ac:spMkLst>
            <pc:docMk/>
            <pc:sldMk cId="3559554758" sldId="262"/>
            <ac:spMk id="21" creationId="{09594F37-5BD5-B261-2907-AB128402A192}"/>
          </ac:spMkLst>
        </pc:spChg>
        <pc:spChg chg="add del">
          <ac:chgData name="Nupur Mohapatra" userId="b9771a76-a249-4689-8b51-c86ee4750c41" providerId="ADAL" clId="{290A16EF-DBC1-43DC-8844-B413AF115B77}" dt="2024-10-29T23:46:27.887" v="2116" actId="21"/>
          <ac:spMkLst>
            <pc:docMk/>
            <pc:sldMk cId="3559554758" sldId="262"/>
            <ac:spMk id="22" creationId="{2D5AB69B-1EC7-59EE-2E8C-C93FE86F5BD9}"/>
          </ac:spMkLst>
        </pc:spChg>
        <pc:spChg chg="add del">
          <ac:chgData name="Nupur Mohapatra" userId="b9771a76-a249-4689-8b51-c86ee4750c41" providerId="ADAL" clId="{290A16EF-DBC1-43DC-8844-B413AF115B77}" dt="2024-10-29T23:46:27.887" v="2116" actId="21"/>
          <ac:spMkLst>
            <pc:docMk/>
            <pc:sldMk cId="3559554758" sldId="262"/>
            <ac:spMk id="26" creationId="{A7875803-0930-4514-D2DC-6F9E527233E4}"/>
          </ac:spMkLst>
        </pc:spChg>
        <pc:spChg chg="add del">
          <ac:chgData name="Nupur Mohapatra" userId="b9771a76-a249-4689-8b51-c86ee4750c41" providerId="ADAL" clId="{290A16EF-DBC1-43DC-8844-B413AF115B77}" dt="2024-10-29T23:46:27.887" v="2116" actId="21"/>
          <ac:spMkLst>
            <pc:docMk/>
            <pc:sldMk cId="3559554758" sldId="262"/>
            <ac:spMk id="38" creationId="{ADCB3DB5-81E6-6ABF-1329-3D0D8AD4C90A}"/>
          </ac:spMkLst>
        </pc:spChg>
        <pc:spChg chg="add del">
          <ac:chgData name="Nupur Mohapatra" userId="b9771a76-a249-4689-8b51-c86ee4750c41" providerId="ADAL" clId="{290A16EF-DBC1-43DC-8844-B413AF115B77}" dt="2024-10-29T23:46:27.887" v="2116" actId="21"/>
          <ac:spMkLst>
            <pc:docMk/>
            <pc:sldMk cId="3559554758" sldId="262"/>
            <ac:spMk id="39" creationId="{DCE76B4B-15E4-5355-DB8C-2D1AB00F01FC}"/>
          </ac:spMkLst>
        </pc:spChg>
        <pc:spChg chg="add del">
          <ac:chgData name="Nupur Mohapatra" userId="b9771a76-a249-4689-8b51-c86ee4750c41" providerId="ADAL" clId="{290A16EF-DBC1-43DC-8844-B413AF115B77}" dt="2024-10-29T23:46:27.887" v="2116" actId="21"/>
          <ac:spMkLst>
            <pc:docMk/>
            <pc:sldMk cId="3559554758" sldId="262"/>
            <ac:spMk id="55" creationId="{DF364CA2-C0DC-D5B3-8493-7558D7003DAC}"/>
          </ac:spMkLst>
        </pc:spChg>
        <pc:spChg chg="add del">
          <ac:chgData name="Nupur Mohapatra" userId="b9771a76-a249-4689-8b51-c86ee4750c41" providerId="ADAL" clId="{290A16EF-DBC1-43DC-8844-B413AF115B77}" dt="2024-10-29T23:46:27.887" v="2116" actId="21"/>
          <ac:spMkLst>
            <pc:docMk/>
            <pc:sldMk cId="3559554758" sldId="262"/>
            <ac:spMk id="58" creationId="{89D113C8-9FAC-085D-7A56-3BE2C00E664C}"/>
          </ac:spMkLst>
        </pc:spChg>
        <pc:spChg chg="add del">
          <ac:chgData name="Nupur Mohapatra" userId="b9771a76-a249-4689-8b51-c86ee4750c41" providerId="ADAL" clId="{290A16EF-DBC1-43DC-8844-B413AF115B77}" dt="2024-10-29T23:46:27.887" v="2116" actId="21"/>
          <ac:spMkLst>
            <pc:docMk/>
            <pc:sldMk cId="3559554758" sldId="262"/>
            <ac:spMk id="59" creationId="{C047155C-E346-62F3-3B49-177F4AACC89A}"/>
          </ac:spMkLst>
        </pc:spChg>
        <pc:grpChg chg="del">
          <ac:chgData name="Nupur Mohapatra" userId="b9771a76-a249-4689-8b51-c86ee4750c41" providerId="ADAL" clId="{290A16EF-DBC1-43DC-8844-B413AF115B77}" dt="2024-10-29T23:40:55.776" v="2091" actId="478"/>
          <ac:grpSpMkLst>
            <pc:docMk/>
            <pc:sldMk cId="3559554758" sldId="262"/>
            <ac:grpSpMk id="14" creationId="{14FA8A05-B786-F941-F9DA-FACC1A16AA21}"/>
          </ac:grpSpMkLst>
        </pc:grpChg>
        <pc:picChg chg="del">
          <ac:chgData name="Nupur Mohapatra" userId="b9771a76-a249-4689-8b51-c86ee4750c41" providerId="ADAL" clId="{290A16EF-DBC1-43DC-8844-B413AF115B77}" dt="2024-10-29T23:40:59.053" v="2092" actId="478"/>
          <ac:picMkLst>
            <pc:docMk/>
            <pc:sldMk cId="3559554758" sldId="262"/>
            <ac:picMk id="8" creationId="{D42C8E09-F88A-0052-2232-EC7AEC15ACBF}"/>
          </ac:picMkLst>
        </pc:picChg>
        <pc:picChg chg="add del">
          <ac:chgData name="Nupur Mohapatra" userId="b9771a76-a249-4689-8b51-c86ee4750c41" providerId="ADAL" clId="{290A16EF-DBC1-43DC-8844-B413AF115B77}" dt="2024-10-29T23:46:27.887" v="2116" actId="21"/>
          <ac:picMkLst>
            <pc:docMk/>
            <pc:sldMk cId="3559554758" sldId="262"/>
            <ac:picMk id="10" creationId="{09C9DE45-434C-6DF5-B865-7A5A24D15AAB}"/>
          </ac:picMkLst>
        </pc:picChg>
        <pc:picChg chg="del">
          <ac:chgData name="Nupur Mohapatra" userId="b9771a76-a249-4689-8b51-c86ee4750c41" providerId="ADAL" clId="{290A16EF-DBC1-43DC-8844-B413AF115B77}" dt="2024-10-29T23:40:59.053" v="2092" actId="478"/>
          <ac:picMkLst>
            <pc:docMk/>
            <pc:sldMk cId="3559554758" sldId="262"/>
            <ac:picMk id="12" creationId="{4313B756-9C60-516E-9EC9-6FB6793FF98C}"/>
          </ac:picMkLst>
        </pc:picChg>
        <pc:picChg chg="add del">
          <ac:chgData name="Nupur Mohapatra" userId="b9771a76-a249-4689-8b51-c86ee4750c41" providerId="ADAL" clId="{290A16EF-DBC1-43DC-8844-B413AF115B77}" dt="2024-10-29T23:46:27.887" v="2116" actId="21"/>
          <ac:picMkLst>
            <pc:docMk/>
            <pc:sldMk cId="3559554758" sldId="262"/>
            <ac:picMk id="23" creationId="{2EB1EB7F-3E2E-CEF4-0C6B-D15A3111DE94}"/>
          </ac:picMkLst>
        </pc:picChg>
        <pc:picChg chg="add del">
          <ac:chgData name="Nupur Mohapatra" userId="b9771a76-a249-4689-8b51-c86ee4750c41" providerId="ADAL" clId="{290A16EF-DBC1-43DC-8844-B413AF115B77}" dt="2024-10-29T23:46:27.887" v="2116" actId="21"/>
          <ac:picMkLst>
            <pc:docMk/>
            <pc:sldMk cId="3559554758" sldId="262"/>
            <ac:picMk id="31" creationId="{C95E9986-6B76-3F3B-0B8A-B27ADC1D106C}"/>
          </ac:picMkLst>
        </pc:picChg>
        <pc:picChg chg="add del">
          <ac:chgData name="Nupur Mohapatra" userId="b9771a76-a249-4689-8b51-c86ee4750c41" providerId="ADAL" clId="{290A16EF-DBC1-43DC-8844-B413AF115B77}" dt="2024-10-29T23:46:27.887" v="2116" actId="21"/>
          <ac:picMkLst>
            <pc:docMk/>
            <pc:sldMk cId="3559554758" sldId="262"/>
            <ac:picMk id="32" creationId="{87D8D280-D0DD-DFC9-626B-D571FD0B26C4}"/>
          </ac:picMkLst>
        </pc:picChg>
        <pc:picChg chg="add del">
          <ac:chgData name="Nupur Mohapatra" userId="b9771a76-a249-4689-8b51-c86ee4750c41" providerId="ADAL" clId="{290A16EF-DBC1-43DC-8844-B413AF115B77}" dt="2024-10-29T23:46:27.887" v="2116" actId="21"/>
          <ac:picMkLst>
            <pc:docMk/>
            <pc:sldMk cId="3559554758" sldId="262"/>
            <ac:picMk id="34" creationId="{752D5101-CA1F-C5B2-F03B-C7D025FD3B32}"/>
          </ac:picMkLst>
        </pc:picChg>
        <pc:picChg chg="add del">
          <ac:chgData name="Nupur Mohapatra" userId="b9771a76-a249-4689-8b51-c86ee4750c41" providerId="ADAL" clId="{290A16EF-DBC1-43DC-8844-B413AF115B77}" dt="2024-10-29T23:46:27.887" v="2116" actId="21"/>
          <ac:picMkLst>
            <pc:docMk/>
            <pc:sldMk cId="3559554758" sldId="262"/>
            <ac:picMk id="36" creationId="{F13E9191-5531-BE6D-518F-AA6C5BDC6D55}"/>
          </ac:picMkLst>
        </pc:picChg>
        <pc:picChg chg="del">
          <ac:chgData name="Nupur Mohapatra" userId="b9771a76-a249-4689-8b51-c86ee4750c41" providerId="ADAL" clId="{290A16EF-DBC1-43DC-8844-B413AF115B77}" dt="2024-10-29T23:40:59.053" v="2092" actId="478"/>
          <ac:picMkLst>
            <pc:docMk/>
            <pc:sldMk cId="3559554758" sldId="262"/>
            <ac:picMk id="3074" creationId="{D516CED1-3FF1-29D0-6E37-704197B4711F}"/>
          </ac:picMkLst>
        </pc:picChg>
        <pc:inkChg chg="add del">
          <ac:chgData name="Nupur Mohapatra" userId="b9771a76-a249-4689-8b51-c86ee4750c41" providerId="ADAL" clId="{290A16EF-DBC1-43DC-8844-B413AF115B77}" dt="2024-10-29T23:46:27.887" v="2116" actId="21"/>
          <ac:inkMkLst>
            <pc:docMk/>
            <pc:sldMk cId="3559554758" sldId="262"/>
            <ac:inkMk id="45" creationId="{F6601D92-B1C3-C9F4-C312-C27EC015CC21}"/>
          </ac:inkMkLst>
        </pc:inkChg>
      </pc:sldChg>
      <pc:sldChg chg="addSp delSp modSp mod setBg modCm">
        <pc:chgData name="Nupur Mohapatra" userId="b9771a76-a249-4689-8b51-c86ee4750c41" providerId="ADAL" clId="{290A16EF-DBC1-43DC-8844-B413AF115B77}" dt="2024-10-29T23:02:42.984" v="1326" actId="207"/>
        <pc:sldMkLst>
          <pc:docMk/>
          <pc:sldMk cId="0" sldId="268"/>
        </pc:sldMkLst>
        <pc:spChg chg="mod">
          <ac:chgData name="Nupur Mohapatra" userId="b9771a76-a249-4689-8b51-c86ee4750c41" providerId="ADAL" clId="{290A16EF-DBC1-43DC-8844-B413AF115B77}" dt="2024-10-29T14:26:11.314" v="1227" actId="20577"/>
          <ac:spMkLst>
            <pc:docMk/>
            <pc:sldMk cId="0" sldId="268"/>
            <ac:spMk id="2" creationId="{00000000-0000-0000-0000-000000000000}"/>
          </ac:spMkLst>
        </pc:spChg>
        <pc:spChg chg="add del mod">
          <ac:chgData name="Nupur Mohapatra" userId="b9771a76-a249-4689-8b51-c86ee4750c41" providerId="ADAL" clId="{290A16EF-DBC1-43DC-8844-B413AF115B77}" dt="2024-10-29T23:01:11.355" v="1310" actId="478"/>
          <ac:spMkLst>
            <pc:docMk/>
            <pc:sldMk cId="0" sldId="268"/>
            <ac:spMk id="4" creationId="{928AC99F-470F-3932-4E57-F87BD90EAAB5}"/>
          </ac:spMkLst>
        </pc:spChg>
        <pc:spChg chg="add del mod">
          <ac:chgData name="Nupur Mohapatra" userId="b9771a76-a249-4689-8b51-c86ee4750c41" providerId="ADAL" clId="{290A16EF-DBC1-43DC-8844-B413AF115B77}" dt="2024-10-29T23:01:13.528" v="1312" actId="478"/>
          <ac:spMkLst>
            <pc:docMk/>
            <pc:sldMk cId="0" sldId="268"/>
            <ac:spMk id="5" creationId="{C9F4CA95-C5D0-AA2E-E02C-694AB7B6F4EC}"/>
          </ac:spMkLst>
        </pc:spChg>
        <pc:spChg chg="add del mod ord">
          <ac:chgData name="Nupur Mohapatra" userId="b9771a76-a249-4689-8b51-c86ee4750c41" providerId="ADAL" clId="{290A16EF-DBC1-43DC-8844-B413AF115B77}" dt="2024-10-29T23:01:14.543" v="1313" actId="478"/>
          <ac:spMkLst>
            <pc:docMk/>
            <pc:sldMk cId="0" sldId="268"/>
            <ac:spMk id="6" creationId="{C20C9052-BA3E-8349-84C8-059782EC5C76}"/>
          </ac:spMkLst>
        </pc:spChg>
        <pc:spChg chg="add del mod">
          <ac:chgData name="Nupur Mohapatra" userId="b9771a76-a249-4689-8b51-c86ee4750c41" providerId="ADAL" clId="{290A16EF-DBC1-43DC-8844-B413AF115B77}" dt="2024-10-29T23:01:12.331" v="1311" actId="478"/>
          <ac:spMkLst>
            <pc:docMk/>
            <pc:sldMk cId="0" sldId="268"/>
            <ac:spMk id="8" creationId="{75F92930-A86D-A112-AA91-ABF33BF27CBA}"/>
          </ac:spMkLst>
        </pc:spChg>
        <pc:spChg chg="add del mod">
          <ac:chgData name="Nupur Mohapatra" userId="b9771a76-a249-4689-8b51-c86ee4750c41" providerId="ADAL" clId="{290A16EF-DBC1-43DC-8844-B413AF115B77}" dt="2024-10-29T23:01:10.422" v="1309" actId="478"/>
          <ac:spMkLst>
            <pc:docMk/>
            <pc:sldMk cId="0" sldId="268"/>
            <ac:spMk id="9" creationId="{2B6BFCDC-8828-C2D0-A988-9C1C3DEAE2FB}"/>
          </ac:spMkLst>
        </pc:spChg>
        <pc:spChg chg="mod">
          <ac:chgData name="Nupur Mohapatra" userId="b9771a76-a249-4689-8b51-c86ee4750c41" providerId="ADAL" clId="{290A16EF-DBC1-43DC-8844-B413AF115B77}" dt="2024-10-29T23:02:36.149" v="1324" actId="207"/>
          <ac:spMkLst>
            <pc:docMk/>
            <pc:sldMk cId="0" sldId="268"/>
            <ac:spMk id="61" creationId="{00000000-0000-0000-0000-000000000000}"/>
          </ac:spMkLst>
        </pc:spChg>
        <pc:spChg chg="mod">
          <ac:chgData name="Nupur Mohapatra" userId="b9771a76-a249-4689-8b51-c86ee4750c41" providerId="ADAL" clId="{290A16EF-DBC1-43DC-8844-B413AF115B77}" dt="2024-10-28T22:54:13.307" v="835" actId="207"/>
          <ac:spMkLst>
            <pc:docMk/>
            <pc:sldMk cId="0" sldId="268"/>
            <ac:spMk id="79" creationId="{A50F8D95-4314-B07A-3AFE-59C85CA94DB0}"/>
          </ac:spMkLst>
        </pc:spChg>
        <pc:spChg chg="mod">
          <ac:chgData name="Nupur Mohapatra" userId="b9771a76-a249-4689-8b51-c86ee4750c41" providerId="ADAL" clId="{290A16EF-DBC1-43DC-8844-B413AF115B77}" dt="2024-10-28T22:54:21.240" v="836" actId="207"/>
          <ac:spMkLst>
            <pc:docMk/>
            <pc:sldMk cId="0" sldId="268"/>
            <ac:spMk id="84" creationId="{5A935B50-1F18-9E11-FDAF-22000FF07A8D}"/>
          </ac:spMkLst>
        </pc:spChg>
        <pc:spChg chg="mod">
          <ac:chgData name="Nupur Mohapatra" userId="b9771a76-a249-4689-8b51-c86ee4750c41" providerId="ADAL" clId="{290A16EF-DBC1-43DC-8844-B413AF115B77}" dt="2024-10-29T23:02:39.653" v="1325" actId="207"/>
          <ac:spMkLst>
            <pc:docMk/>
            <pc:sldMk cId="0" sldId="268"/>
            <ac:spMk id="88" creationId="{798B6EFA-267C-C028-516E-BBE9E8AC95E1}"/>
          </ac:spMkLst>
        </pc:spChg>
        <pc:spChg chg="mod">
          <ac:chgData name="Nupur Mohapatra" userId="b9771a76-a249-4689-8b51-c86ee4750c41" providerId="ADAL" clId="{290A16EF-DBC1-43DC-8844-B413AF115B77}" dt="2024-10-29T23:02:42.984" v="1326" actId="207"/>
          <ac:spMkLst>
            <pc:docMk/>
            <pc:sldMk cId="0" sldId="268"/>
            <ac:spMk id="93" creationId="{EFDE7F07-1080-2971-B2F8-9E1A39B61D67}"/>
          </ac:spMkLst>
        </pc:spChg>
        <pc:spChg chg="add mod ord">
          <ac:chgData name="Nupur Mohapatra" userId="b9771a76-a249-4689-8b51-c86ee4750c41" providerId="ADAL" clId="{290A16EF-DBC1-43DC-8844-B413AF115B77}" dt="2024-10-29T23:02:29.846" v="1323" actId="207"/>
          <ac:spMkLst>
            <pc:docMk/>
            <pc:sldMk cId="0" sldId="268"/>
            <ac:spMk id="96" creationId="{ADFF77DA-CFA1-E5A7-1D3C-203329767AAD}"/>
          </ac:spMkLst>
        </pc:spChg>
        <pc:spChg chg="add mod ord topLvl">
          <ac:chgData name="Nupur Mohapatra" userId="b9771a76-a249-4689-8b51-c86ee4750c41" providerId="ADAL" clId="{290A16EF-DBC1-43DC-8844-B413AF115B77}" dt="2024-10-29T23:02:26.202" v="1322" actId="207"/>
          <ac:spMkLst>
            <pc:docMk/>
            <pc:sldMk cId="0" sldId="268"/>
            <ac:spMk id="105" creationId="{547F0A69-E338-3BA5-034F-9AE5DCCAC553}"/>
          </ac:spMkLst>
        </pc:spChg>
        <pc:spChg chg="add mod ord topLvl">
          <ac:chgData name="Nupur Mohapatra" userId="b9771a76-a249-4689-8b51-c86ee4750c41" providerId="ADAL" clId="{290A16EF-DBC1-43DC-8844-B413AF115B77}" dt="2024-10-29T22:56:44.320" v="1268" actId="165"/>
          <ac:spMkLst>
            <pc:docMk/>
            <pc:sldMk cId="0" sldId="268"/>
            <ac:spMk id="106" creationId="{E3A24DA4-9C6E-D7AF-69F2-2D3BBA636641}"/>
          </ac:spMkLst>
        </pc:spChg>
        <pc:spChg chg="add mod ord">
          <ac:chgData name="Nupur Mohapatra" userId="b9771a76-a249-4689-8b51-c86ee4750c41" providerId="ADAL" clId="{290A16EF-DBC1-43DC-8844-B413AF115B77}" dt="2024-10-29T23:02:22.111" v="1321" actId="207"/>
          <ac:spMkLst>
            <pc:docMk/>
            <pc:sldMk cId="0" sldId="268"/>
            <ac:spMk id="107" creationId="{DF1DEDF2-85B1-3EC5-43EE-4035B45F731D}"/>
          </ac:spMkLst>
        </pc:spChg>
        <pc:spChg chg="add mod ord">
          <ac:chgData name="Nupur Mohapatra" userId="b9771a76-a249-4689-8b51-c86ee4750c41" providerId="ADAL" clId="{290A16EF-DBC1-43DC-8844-B413AF115B77}" dt="2024-10-29T23:02:17.474" v="1320" actId="207"/>
          <ac:spMkLst>
            <pc:docMk/>
            <pc:sldMk cId="0" sldId="268"/>
            <ac:spMk id="109" creationId="{F8D79A0B-6C5C-8253-2B03-089EDECEEC96}"/>
          </ac:spMkLst>
        </pc:spChg>
        <pc:spChg chg="add mod ord">
          <ac:chgData name="Nupur Mohapatra" userId="b9771a76-a249-4689-8b51-c86ee4750c41" providerId="ADAL" clId="{290A16EF-DBC1-43DC-8844-B413AF115B77}" dt="2024-10-29T23:02:12.954" v="1319" actId="207"/>
          <ac:spMkLst>
            <pc:docMk/>
            <pc:sldMk cId="0" sldId="268"/>
            <ac:spMk id="111" creationId="{83E79615-72D0-E5D7-C62A-5826A4B9E6C3}"/>
          </ac:spMkLst>
        </pc:spChg>
        <pc:grpChg chg="add del mod">
          <ac:chgData name="Nupur Mohapatra" userId="b9771a76-a249-4689-8b51-c86ee4750c41" providerId="ADAL" clId="{290A16EF-DBC1-43DC-8844-B413AF115B77}" dt="2024-10-29T22:56:44.320" v="1268" actId="165"/>
          <ac:grpSpMkLst>
            <pc:docMk/>
            <pc:sldMk cId="0" sldId="268"/>
            <ac:grpSpMk id="117" creationId="{CDDFE743-D620-5BF3-A869-9C835226CE94}"/>
          </ac:grpSpMkLst>
        </pc:grpChg>
        <pc:extLst>
          <p:ext xmlns:p="http://schemas.openxmlformats.org/presentationml/2006/main" uri="{D6D511B9-2390-475A-947B-AFAB55BFBCF1}">
            <pc226:cmChg xmlns:pc226="http://schemas.microsoft.com/office/powerpoint/2022/06/main/command" chg="mod">
              <pc226:chgData name="Nupur Mohapatra" userId="b9771a76-a249-4689-8b51-c86ee4750c41" providerId="ADAL" clId="{290A16EF-DBC1-43DC-8844-B413AF115B77}" dt="2024-10-29T22:57:11.616" v="1273" actId="20577"/>
              <pc2:cmMkLst xmlns:pc2="http://schemas.microsoft.com/office/powerpoint/2019/9/main/command">
                <pc:docMk/>
                <pc:sldMk cId="0" sldId="268"/>
                <pc2:cmMk id="{A13F020C-D46B-49D1-8B4C-65D5517704BE}"/>
              </pc2:cmMkLst>
            </pc226:cmChg>
          </p:ext>
        </pc:extLst>
      </pc:sldChg>
      <pc:sldChg chg="delSp modSp del mod">
        <pc:chgData name="Nupur Mohapatra" userId="b9771a76-a249-4689-8b51-c86ee4750c41" providerId="ADAL" clId="{290A16EF-DBC1-43DC-8844-B413AF115B77}" dt="2024-10-29T23:08:16.597" v="1406" actId="47"/>
        <pc:sldMkLst>
          <pc:docMk/>
          <pc:sldMk cId="1241535169" sldId="269"/>
        </pc:sldMkLst>
        <pc:spChg chg="del mod">
          <ac:chgData name="Nupur Mohapatra" userId="b9771a76-a249-4689-8b51-c86ee4750c41" providerId="ADAL" clId="{290A16EF-DBC1-43DC-8844-B413AF115B77}" dt="2024-10-29T23:07:43.285" v="1391" actId="21"/>
          <ac:spMkLst>
            <pc:docMk/>
            <pc:sldMk cId="1241535169" sldId="269"/>
            <ac:spMk id="2" creationId="{3E5637E8-96F3-990C-84DC-69A2217CE62D}"/>
          </ac:spMkLst>
        </pc:spChg>
      </pc:sldChg>
      <pc:sldChg chg="new">
        <pc:chgData name="Nupur Mohapatra" userId="b9771a76-a249-4689-8b51-c86ee4750c41" providerId="ADAL" clId="{290A16EF-DBC1-43DC-8844-B413AF115B77}" dt="2024-10-27T19:31:37.713" v="458" actId="680"/>
        <pc:sldMkLst>
          <pc:docMk/>
          <pc:sldMk cId="3011182676" sldId="270"/>
        </pc:sldMkLst>
      </pc:sldChg>
      <pc:sldChg chg="addSp delSp modSp add mod ord">
        <pc:chgData name="Nupur Mohapatra" userId="b9771a76-a249-4689-8b51-c86ee4750c41" providerId="ADAL" clId="{290A16EF-DBC1-43DC-8844-B413AF115B77}" dt="2024-10-30T02:36:51.789" v="2569"/>
        <pc:sldMkLst>
          <pc:docMk/>
          <pc:sldMk cId="3075223748" sldId="271"/>
        </pc:sldMkLst>
        <pc:spChg chg="add del mod">
          <ac:chgData name="Nupur Mohapatra" userId="b9771a76-a249-4689-8b51-c86ee4750c41" providerId="ADAL" clId="{290A16EF-DBC1-43DC-8844-B413AF115B77}" dt="2024-10-29T23:08:10.582" v="1405" actId="478"/>
          <ac:spMkLst>
            <pc:docMk/>
            <pc:sldMk cId="3075223748" sldId="271"/>
            <ac:spMk id="2" creationId="{1876A555-0BFC-AF45-F13D-D43D123A5477}"/>
          </ac:spMkLst>
        </pc:spChg>
        <pc:spChg chg="del">
          <ac:chgData name="Nupur Mohapatra" userId="b9771a76-a249-4689-8b51-c86ee4750c41" providerId="ADAL" clId="{290A16EF-DBC1-43DC-8844-B413AF115B77}" dt="2024-10-29T23:06:43.597" v="1373" actId="478"/>
          <ac:spMkLst>
            <pc:docMk/>
            <pc:sldMk cId="3075223748" sldId="271"/>
            <ac:spMk id="3" creationId="{90DC2CF0-327F-0D49-DC51-4208E8C59FCF}"/>
          </ac:spMkLst>
        </pc:spChg>
        <pc:spChg chg="add mod">
          <ac:chgData name="Nupur Mohapatra" userId="b9771a76-a249-4689-8b51-c86ee4750c41" providerId="ADAL" clId="{290A16EF-DBC1-43DC-8844-B413AF115B77}" dt="2024-10-27T19:32:41.120" v="463"/>
          <ac:spMkLst>
            <pc:docMk/>
            <pc:sldMk cId="3075223748" sldId="271"/>
            <ac:spMk id="4" creationId="{DBCE71A5-844D-158F-E0B8-0EACE48AE486}"/>
          </ac:spMkLst>
        </pc:spChg>
        <pc:spChg chg="add mod">
          <ac:chgData name="Nupur Mohapatra" userId="b9771a76-a249-4689-8b51-c86ee4750c41" providerId="ADAL" clId="{290A16EF-DBC1-43DC-8844-B413AF115B77}" dt="2024-10-27T19:32:41.120" v="463"/>
          <ac:spMkLst>
            <pc:docMk/>
            <pc:sldMk cId="3075223748" sldId="271"/>
            <ac:spMk id="5" creationId="{FB577576-2EB2-01BF-9A1D-36727233E97F}"/>
          </ac:spMkLst>
        </pc:spChg>
        <pc:spChg chg="add mod">
          <ac:chgData name="Nupur Mohapatra" userId="b9771a76-a249-4689-8b51-c86ee4750c41" providerId="ADAL" clId="{290A16EF-DBC1-43DC-8844-B413AF115B77}" dt="2024-10-27T19:32:41.120" v="463"/>
          <ac:spMkLst>
            <pc:docMk/>
            <pc:sldMk cId="3075223748" sldId="271"/>
            <ac:spMk id="6" creationId="{3D0165EA-BBEF-9971-7C15-43E3FBF4823B}"/>
          </ac:spMkLst>
        </pc:spChg>
        <pc:spChg chg="add mod">
          <ac:chgData name="Nupur Mohapatra" userId="b9771a76-a249-4689-8b51-c86ee4750c41" providerId="ADAL" clId="{290A16EF-DBC1-43DC-8844-B413AF115B77}" dt="2024-10-27T19:32:41.120" v="463"/>
          <ac:spMkLst>
            <pc:docMk/>
            <pc:sldMk cId="3075223748" sldId="271"/>
            <ac:spMk id="8" creationId="{730F8E8E-33B8-4BC8-0DC6-8E9505AAEF01}"/>
          </ac:spMkLst>
        </pc:spChg>
        <pc:spChg chg="add mod">
          <ac:chgData name="Nupur Mohapatra" userId="b9771a76-a249-4689-8b51-c86ee4750c41" providerId="ADAL" clId="{290A16EF-DBC1-43DC-8844-B413AF115B77}" dt="2024-10-27T19:32:41.120" v="463"/>
          <ac:spMkLst>
            <pc:docMk/>
            <pc:sldMk cId="3075223748" sldId="271"/>
            <ac:spMk id="10" creationId="{300F0D2C-B67F-C481-7070-47CD1C50B595}"/>
          </ac:spMkLst>
        </pc:spChg>
        <pc:spChg chg="add mod">
          <ac:chgData name="Nupur Mohapatra" userId="b9771a76-a249-4689-8b51-c86ee4750c41" providerId="ADAL" clId="{290A16EF-DBC1-43DC-8844-B413AF115B77}" dt="2024-10-27T19:32:41.120" v="463"/>
          <ac:spMkLst>
            <pc:docMk/>
            <pc:sldMk cId="3075223748" sldId="271"/>
            <ac:spMk id="11" creationId="{6AE829F8-0616-F9B5-DF1C-A9C93D28CE97}"/>
          </ac:spMkLst>
        </pc:spChg>
        <pc:spChg chg="add mod">
          <ac:chgData name="Nupur Mohapatra" userId="b9771a76-a249-4689-8b51-c86ee4750c41" providerId="ADAL" clId="{290A16EF-DBC1-43DC-8844-B413AF115B77}" dt="2024-10-27T19:32:41.120" v="463"/>
          <ac:spMkLst>
            <pc:docMk/>
            <pc:sldMk cId="3075223748" sldId="271"/>
            <ac:spMk id="12" creationId="{4506F8EF-B757-7244-1015-548162D3A6A7}"/>
          </ac:spMkLst>
        </pc:spChg>
        <pc:spChg chg="add mod">
          <ac:chgData name="Nupur Mohapatra" userId="b9771a76-a249-4689-8b51-c86ee4750c41" providerId="ADAL" clId="{290A16EF-DBC1-43DC-8844-B413AF115B77}" dt="2024-10-27T19:32:41.120" v="463"/>
          <ac:spMkLst>
            <pc:docMk/>
            <pc:sldMk cId="3075223748" sldId="271"/>
            <ac:spMk id="13" creationId="{D4F7B915-4EB2-89F7-7CD7-48329B1C7179}"/>
          </ac:spMkLst>
        </pc:spChg>
        <pc:spChg chg="add mod">
          <ac:chgData name="Nupur Mohapatra" userId="b9771a76-a249-4689-8b51-c86ee4750c41" providerId="ADAL" clId="{290A16EF-DBC1-43DC-8844-B413AF115B77}" dt="2024-10-27T19:32:41.120" v="463"/>
          <ac:spMkLst>
            <pc:docMk/>
            <pc:sldMk cId="3075223748" sldId="271"/>
            <ac:spMk id="14" creationId="{4E70A7B4-2472-0680-775F-17E2283DD86F}"/>
          </ac:spMkLst>
        </pc:spChg>
        <pc:spChg chg="add mod">
          <ac:chgData name="Nupur Mohapatra" userId="b9771a76-a249-4689-8b51-c86ee4750c41" providerId="ADAL" clId="{290A16EF-DBC1-43DC-8844-B413AF115B77}" dt="2024-10-27T19:32:41.120" v="463"/>
          <ac:spMkLst>
            <pc:docMk/>
            <pc:sldMk cId="3075223748" sldId="271"/>
            <ac:spMk id="15" creationId="{EEE3054B-E37F-25F4-F96F-268577A069AB}"/>
          </ac:spMkLst>
        </pc:spChg>
        <pc:spChg chg="del mod">
          <ac:chgData name="Nupur Mohapatra" userId="b9771a76-a249-4689-8b51-c86ee4750c41" providerId="ADAL" clId="{290A16EF-DBC1-43DC-8844-B413AF115B77}" dt="2024-10-29T23:06:40.829" v="1372" actId="478"/>
          <ac:spMkLst>
            <pc:docMk/>
            <pc:sldMk cId="3075223748" sldId="271"/>
            <ac:spMk id="16" creationId="{116F4C93-485A-AB86-0699-4C45ACA2ABF0}"/>
          </ac:spMkLst>
        </pc:spChg>
        <pc:spChg chg="add del mod">
          <ac:chgData name="Nupur Mohapatra" userId="b9771a76-a249-4689-8b51-c86ee4750c41" providerId="ADAL" clId="{290A16EF-DBC1-43DC-8844-B413AF115B77}" dt="2024-10-29T23:08:10.582" v="1405" actId="478"/>
          <ac:spMkLst>
            <pc:docMk/>
            <pc:sldMk cId="3075223748" sldId="271"/>
            <ac:spMk id="17" creationId="{C6013795-95A1-C037-BE1D-B490467D8CE4}"/>
          </ac:spMkLst>
        </pc:spChg>
        <pc:spChg chg="add mod">
          <ac:chgData name="Nupur Mohapatra" userId="b9771a76-a249-4689-8b51-c86ee4750c41" providerId="ADAL" clId="{290A16EF-DBC1-43DC-8844-B413AF115B77}" dt="2024-10-27T19:32:41.120" v="463"/>
          <ac:spMkLst>
            <pc:docMk/>
            <pc:sldMk cId="3075223748" sldId="271"/>
            <ac:spMk id="73" creationId="{DF37709A-A3BB-8187-6827-270DE15DE197}"/>
          </ac:spMkLst>
        </pc:spChg>
        <pc:spChg chg="add mod">
          <ac:chgData name="Nupur Mohapatra" userId="b9771a76-a249-4689-8b51-c86ee4750c41" providerId="ADAL" clId="{290A16EF-DBC1-43DC-8844-B413AF115B77}" dt="2024-10-27T19:32:41.120" v="463"/>
          <ac:spMkLst>
            <pc:docMk/>
            <pc:sldMk cId="3075223748" sldId="271"/>
            <ac:spMk id="74" creationId="{1A0BB487-66C9-D1C1-C880-416ED1635B4F}"/>
          </ac:spMkLst>
        </pc:spChg>
        <pc:spChg chg="add mod">
          <ac:chgData name="Nupur Mohapatra" userId="b9771a76-a249-4689-8b51-c86ee4750c41" providerId="ADAL" clId="{290A16EF-DBC1-43DC-8844-B413AF115B77}" dt="2024-10-27T19:32:41.120" v="463"/>
          <ac:spMkLst>
            <pc:docMk/>
            <pc:sldMk cId="3075223748" sldId="271"/>
            <ac:spMk id="99" creationId="{6FDA8A99-3C6F-0C48-B483-6FFEB2FD2D2B}"/>
          </ac:spMkLst>
        </pc:spChg>
        <pc:spChg chg="add mod">
          <ac:chgData name="Nupur Mohapatra" userId="b9771a76-a249-4689-8b51-c86ee4750c41" providerId="ADAL" clId="{290A16EF-DBC1-43DC-8844-B413AF115B77}" dt="2024-10-27T19:32:41.120" v="463"/>
          <ac:spMkLst>
            <pc:docMk/>
            <pc:sldMk cId="3075223748" sldId="271"/>
            <ac:spMk id="101" creationId="{16815542-7876-ECB4-893A-22B12A05D01A}"/>
          </ac:spMkLst>
        </pc:spChg>
        <pc:spChg chg="add mod">
          <ac:chgData name="Nupur Mohapatra" userId="b9771a76-a249-4689-8b51-c86ee4750c41" providerId="ADAL" clId="{290A16EF-DBC1-43DC-8844-B413AF115B77}" dt="2024-10-27T19:32:41.120" v="463"/>
          <ac:spMkLst>
            <pc:docMk/>
            <pc:sldMk cId="3075223748" sldId="271"/>
            <ac:spMk id="102" creationId="{3F0E67C1-C402-4ABC-F8EB-FA35950A4AB1}"/>
          </ac:spMkLst>
        </pc:spChg>
        <pc:spChg chg="add mod">
          <ac:chgData name="Nupur Mohapatra" userId="b9771a76-a249-4689-8b51-c86ee4750c41" providerId="ADAL" clId="{290A16EF-DBC1-43DC-8844-B413AF115B77}" dt="2024-10-27T19:32:41.120" v="463"/>
          <ac:spMkLst>
            <pc:docMk/>
            <pc:sldMk cId="3075223748" sldId="271"/>
            <ac:spMk id="103" creationId="{F0762D60-6769-CA30-430C-3A5AE8CFEFCC}"/>
          </ac:spMkLst>
        </pc:spChg>
        <pc:cxnChg chg="add mod">
          <ac:chgData name="Nupur Mohapatra" userId="b9771a76-a249-4689-8b51-c86ee4750c41" providerId="ADAL" clId="{290A16EF-DBC1-43DC-8844-B413AF115B77}" dt="2024-10-27T19:32:41.120" v="463"/>
          <ac:cxnSpMkLst>
            <pc:docMk/>
            <pc:sldMk cId="3075223748" sldId="271"/>
            <ac:cxnSpMk id="9" creationId="{FEF1D497-07CE-9061-43D0-8BC653763B6E}"/>
          </ac:cxnSpMkLst>
        </pc:cxnChg>
        <pc:cxnChg chg="add mod">
          <ac:chgData name="Nupur Mohapatra" userId="b9771a76-a249-4689-8b51-c86ee4750c41" providerId="ADAL" clId="{290A16EF-DBC1-43DC-8844-B413AF115B77}" dt="2024-10-27T19:32:41.120" v="463"/>
          <ac:cxnSpMkLst>
            <pc:docMk/>
            <pc:sldMk cId="3075223748" sldId="271"/>
            <ac:cxnSpMk id="98" creationId="{C5B4AFDE-9087-3BBC-9DBE-35A3D99B623B}"/>
          </ac:cxnSpMkLst>
        </pc:cxnChg>
      </pc:sldChg>
      <pc:sldChg chg="addSp delSp modSp add del mod modShow">
        <pc:chgData name="Nupur Mohapatra" userId="b9771a76-a249-4689-8b51-c86ee4750c41" providerId="ADAL" clId="{290A16EF-DBC1-43DC-8844-B413AF115B77}" dt="2024-10-28T22:56:41.293" v="837" actId="47"/>
        <pc:sldMkLst>
          <pc:docMk/>
          <pc:sldMk cId="1170844936" sldId="272"/>
        </pc:sldMkLst>
      </pc:sldChg>
      <pc:sldChg chg="delSp add del mod">
        <pc:chgData name="Nupur Mohapatra" userId="b9771a76-a249-4689-8b51-c86ee4750c41" providerId="ADAL" clId="{290A16EF-DBC1-43DC-8844-B413AF115B77}" dt="2024-10-27T19:32:43.287" v="464" actId="47"/>
        <pc:sldMkLst>
          <pc:docMk/>
          <pc:sldMk cId="2399901597" sldId="272"/>
        </pc:sldMkLst>
      </pc:sldChg>
      <pc:sldChg chg="del ord">
        <pc:chgData name="Nupur Mohapatra" userId="b9771a76-a249-4689-8b51-c86ee4750c41" providerId="ADAL" clId="{290A16EF-DBC1-43DC-8844-B413AF115B77}" dt="2024-10-29T23:05:08.199" v="1332" actId="47"/>
        <pc:sldMkLst>
          <pc:docMk/>
          <pc:sldMk cId="788406493" sldId="273"/>
        </pc:sldMkLst>
      </pc:sldChg>
      <pc:sldChg chg="addSp modSp mod">
        <pc:chgData name="Nupur Mohapatra" userId="b9771a76-a249-4689-8b51-c86ee4750c41" providerId="ADAL" clId="{290A16EF-DBC1-43DC-8844-B413AF115B77}" dt="2024-10-30T02:51:26.823" v="2691" actId="14100"/>
        <pc:sldMkLst>
          <pc:docMk/>
          <pc:sldMk cId="962058049" sldId="275"/>
        </pc:sldMkLst>
        <pc:spChg chg="add mod">
          <ac:chgData name="Nupur Mohapatra" userId="b9771a76-a249-4689-8b51-c86ee4750c41" providerId="ADAL" clId="{290A16EF-DBC1-43DC-8844-B413AF115B77}" dt="2024-10-29T13:48:44.556" v="1123" actId="1038"/>
          <ac:spMkLst>
            <pc:docMk/>
            <pc:sldMk cId="962058049" sldId="275"/>
            <ac:spMk id="4" creationId="{CA2D8A56-F048-EEC5-7808-B87B2DD83D1E}"/>
          </ac:spMkLst>
        </pc:spChg>
        <pc:spChg chg="mod">
          <ac:chgData name="Nupur Mohapatra" userId="b9771a76-a249-4689-8b51-c86ee4750c41" providerId="ADAL" clId="{290A16EF-DBC1-43DC-8844-B413AF115B77}" dt="2024-10-30T02:49:35.699" v="2669" actId="20577"/>
          <ac:spMkLst>
            <pc:docMk/>
            <pc:sldMk cId="962058049" sldId="275"/>
            <ac:spMk id="5" creationId="{A6BF6E0A-F516-9DEE-27D1-EE9148006B3F}"/>
          </ac:spMkLst>
        </pc:spChg>
        <pc:spChg chg="mod">
          <ac:chgData name="Nupur Mohapatra" userId="b9771a76-a249-4689-8b51-c86ee4750c41" providerId="ADAL" clId="{290A16EF-DBC1-43DC-8844-B413AF115B77}" dt="2024-10-30T02:51:20.960" v="2690" actId="14100"/>
          <ac:spMkLst>
            <pc:docMk/>
            <pc:sldMk cId="962058049" sldId="275"/>
            <ac:spMk id="29" creationId="{81F5BE25-0441-27AD-32A0-CE33FA7239C1}"/>
          </ac:spMkLst>
        </pc:spChg>
        <pc:spChg chg="mod">
          <ac:chgData name="Nupur Mohapatra" userId="b9771a76-a249-4689-8b51-c86ee4750c41" providerId="ADAL" clId="{290A16EF-DBC1-43DC-8844-B413AF115B77}" dt="2024-10-30T02:50:51.772" v="2684" actId="1038"/>
          <ac:spMkLst>
            <pc:docMk/>
            <pc:sldMk cId="962058049" sldId="275"/>
            <ac:spMk id="30" creationId="{F603464F-B263-CFBB-4FB0-FD20B27A3475}"/>
          </ac:spMkLst>
        </pc:spChg>
        <pc:spChg chg="mod">
          <ac:chgData name="Nupur Mohapatra" userId="b9771a76-a249-4689-8b51-c86ee4750c41" providerId="ADAL" clId="{290A16EF-DBC1-43DC-8844-B413AF115B77}" dt="2024-10-30T02:51:26.823" v="2691" actId="14100"/>
          <ac:spMkLst>
            <pc:docMk/>
            <pc:sldMk cId="962058049" sldId="275"/>
            <ac:spMk id="31" creationId="{523964CD-310B-5CCE-10BB-DCE2FE12644D}"/>
          </ac:spMkLst>
        </pc:spChg>
        <pc:cxnChg chg="mod">
          <ac:chgData name="Nupur Mohapatra" userId="b9771a76-a249-4689-8b51-c86ee4750c41" providerId="ADAL" clId="{290A16EF-DBC1-43DC-8844-B413AF115B77}" dt="2024-10-30T02:51:09.654" v="2689" actId="1037"/>
          <ac:cxnSpMkLst>
            <pc:docMk/>
            <pc:sldMk cId="962058049" sldId="275"/>
            <ac:cxnSpMk id="21" creationId="{BCE8B6F9-A86E-7397-3564-AC0F5B0D0763}"/>
          </ac:cxnSpMkLst>
        </pc:cxnChg>
      </pc:sldChg>
      <pc:sldChg chg="addSp delSp modSp add mod ord">
        <pc:chgData name="Nupur Mohapatra" userId="b9771a76-a249-4689-8b51-c86ee4750c41" providerId="ADAL" clId="{290A16EF-DBC1-43DC-8844-B413AF115B77}" dt="2024-10-30T02:47:59.944" v="2646" actId="21"/>
        <pc:sldMkLst>
          <pc:docMk/>
          <pc:sldMk cId="516874429" sldId="276"/>
        </pc:sldMkLst>
        <pc:spChg chg="del mod">
          <ac:chgData name="Nupur Mohapatra" userId="b9771a76-a249-4689-8b51-c86ee4750c41" providerId="ADAL" clId="{290A16EF-DBC1-43DC-8844-B413AF115B77}" dt="2024-10-29T23:11:33.457" v="1709" actId="478"/>
          <ac:spMkLst>
            <pc:docMk/>
            <pc:sldMk cId="516874429" sldId="276"/>
            <ac:spMk id="2" creationId="{DC1D69AC-DF76-3F5B-ED04-1A994679E903}"/>
          </ac:spMkLst>
        </pc:spChg>
        <pc:spChg chg="mod">
          <ac:chgData name="Nupur Mohapatra" userId="b9771a76-a249-4689-8b51-c86ee4750c41" providerId="ADAL" clId="{290A16EF-DBC1-43DC-8844-B413AF115B77}" dt="2024-10-29T23:43:10.774" v="2096" actId="2711"/>
          <ac:spMkLst>
            <pc:docMk/>
            <pc:sldMk cId="516874429" sldId="276"/>
            <ac:spMk id="3" creationId="{1FEC85EB-3983-7612-31B2-3676BCB63149}"/>
          </ac:spMkLst>
        </pc:spChg>
        <pc:spChg chg="mod">
          <ac:chgData name="Nupur Mohapatra" userId="b9771a76-a249-4689-8b51-c86ee4750c41" providerId="ADAL" clId="{290A16EF-DBC1-43DC-8844-B413AF115B77}" dt="2024-10-30T02:21:16.318" v="2344" actId="20577"/>
          <ac:spMkLst>
            <pc:docMk/>
            <pc:sldMk cId="516874429" sldId="276"/>
            <ac:spMk id="4" creationId="{E8AAD68A-6B1C-5832-DA61-42060C3FDDE6}"/>
          </ac:spMkLst>
        </pc:spChg>
        <pc:spChg chg="mod">
          <ac:chgData name="Nupur Mohapatra" userId="b9771a76-a249-4689-8b51-c86ee4750c41" providerId="ADAL" clId="{290A16EF-DBC1-43DC-8844-B413AF115B77}" dt="2024-10-29T23:43:10.774" v="2096" actId="2711"/>
          <ac:spMkLst>
            <pc:docMk/>
            <pc:sldMk cId="516874429" sldId="276"/>
            <ac:spMk id="5" creationId="{EB2F3D5A-91E7-964C-BE0D-4252A3678E53}"/>
          </ac:spMkLst>
        </pc:spChg>
        <pc:spChg chg="add mod">
          <ac:chgData name="Nupur Mohapatra" userId="b9771a76-a249-4689-8b51-c86ee4750c41" providerId="ADAL" clId="{290A16EF-DBC1-43DC-8844-B413AF115B77}" dt="2024-10-30T02:47:59.944" v="2646" actId="21"/>
          <ac:spMkLst>
            <pc:docMk/>
            <pc:sldMk cId="516874429" sldId="276"/>
            <ac:spMk id="6" creationId="{6E8B97D6-E718-9C1F-DA20-1E290BCF9478}"/>
          </ac:spMkLst>
        </pc:spChg>
        <pc:spChg chg="mod">
          <ac:chgData name="Nupur Mohapatra" userId="b9771a76-a249-4689-8b51-c86ee4750c41" providerId="ADAL" clId="{290A16EF-DBC1-43DC-8844-B413AF115B77}" dt="2024-10-29T23:43:10.774" v="2096" actId="2711"/>
          <ac:spMkLst>
            <pc:docMk/>
            <pc:sldMk cId="516874429" sldId="276"/>
            <ac:spMk id="7" creationId="{4FB0EB16-EFEE-987F-79C1-EEC96A92D993}"/>
          </ac:spMkLst>
        </pc:spChg>
        <pc:spChg chg="add mod">
          <ac:chgData name="Nupur Mohapatra" userId="b9771a76-a249-4689-8b51-c86ee4750c41" providerId="ADAL" clId="{290A16EF-DBC1-43DC-8844-B413AF115B77}" dt="2024-10-30T00:16:50.323" v="2269" actId="1035"/>
          <ac:spMkLst>
            <pc:docMk/>
            <pc:sldMk cId="516874429" sldId="276"/>
            <ac:spMk id="8" creationId="{E21895E2-CC76-8D8E-055F-93E7052F4C4F}"/>
          </ac:spMkLst>
        </pc:spChg>
        <pc:spChg chg="add mod">
          <ac:chgData name="Nupur Mohapatra" userId="b9771a76-a249-4689-8b51-c86ee4750c41" providerId="ADAL" clId="{290A16EF-DBC1-43DC-8844-B413AF115B77}" dt="2024-10-29T23:43:10.774" v="2096" actId="2711"/>
          <ac:spMkLst>
            <pc:docMk/>
            <pc:sldMk cId="516874429" sldId="276"/>
            <ac:spMk id="9" creationId="{1E440334-0E74-9715-B43E-354F67024FB5}"/>
          </ac:spMkLst>
        </pc:spChg>
        <pc:spChg chg="add mod">
          <ac:chgData name="Nupur Mohapatra" userId="b9771a76-a249-4689-8b51-c86ee4750c41" providerId="ADAL" clId="{290A16EF-DBC1-43DC-8844-B413AF115B77}" dt="2024-10-29T23:44:44.230" v="2103"/>
          <ac:spMkLst>
            <pc:docMk/>
            <pc:sldMk cId="516874429" sldId="276"/>
            <ac:spMk id="17" creationId="{D3BEC9E7-DFF2-17C0-B415-BE22A1A47694}"/>
          </ac:spMkLst>
        </pc:spChg>
        <pc:spChg chg="del">
          <ac:chgData name="Nupur Mohapatra" userId="b9771a76-a249-4689-8b51-c86ee4750c41" providerId="ADAL" clId="{290A16EF-DBC1-43DC-8844-B413AF115B77}" dt="2024-10-28T23:07:35.790" v="883" actId="478"/>
          <ac:spMkLst>
            <pc:docMk/>
            <pc:sldMk cId="516874429" sldId="276"/>
            <ac:spMk id="22" creationId="{22670F19-B8A3-A1FE-2CBE-869DEE4024CA}"/>
          </ac:spMkLst>
        </pc:spChg>
        <pc:spChg chg="del">
          <ac:chgData name="Nupur Mohapatra" userId="b9771a76-a249-4689-8b51-c86ee4750c41" providerId="ADAL" clId="{290A16EF-DBC1-43DC-8844-B413AF115B77}" dt="2024-10-28T23:07:35.790" v="883" actId="478"/>
          <ac:spMkLst>
            <pc:docMk/>
            <pc:sldMk cId="516874429" sldId="276"/>
            <ac:spMk id="23" creationId="{80572F3E-5435-6ECD-CFEF-956DAF81B97E}"/>
          </ac:spMkLst>
        </pc:spChg>
        <pc:spChg chg="del">
          <ac:chgData name="Nupur Mohapatra" userId="b9771a76-a249-4689-8b51-c86ee4750c41" providerId="ADAL" clId="{290A16EF-DBC1-43DC-8844-B413AF115B77}" dt="2024-10-28T23:07:35.790" v="883" actId="478"/>
          <ac:spMkLst>
            <pc:docMk/>
            <pc:sldMk cId="516874429" sldId="276"/>
            <ac:spMk id="24" creationId="{A79BC105-6D3E-8F85-4DAF-7E9D0B691B0E}"/>
          </ac:spMkLst>
        </pc:spChg>
        <pc:spChg chg="del">
          <ac:chgData name="Nupur Mohapatra" userId="b9771a76-a249-4689-8b51-c86ee4750c41" providerId="ADAL" clId="{290A16EF-DBC1-43DC-8844-B413AF115B77}" dt="2024-10-28T23:07:35.790" v="883" actId="478"/>
          <ac:spMkLst>
            <pc:docMk/>
            <pc:sldMk cId="516874429" sldId="276"/>
            <ac:spMk id="28" creationId="{FA0CC866-5CA9-D119-A85D-B56DEC2A93D7}"/>
          </ac:spMkLst>
        </pc:spChg>
        <pc:spChg chg="del">
          <ac:chgData name="Nupur Mohapatra" userId="b9771a76-a249-4689-8b51-c86ee4750c41" providerId="ADAL" clId="{290A16EF-DBC1-43DC-8844-B413AF115B77}" dt="2024-10-28T23:07:35.790" v="883" actId="478"/>
          <ac:spMkLst>
            <pc:docMk/>
            <pc:sldMk cId="516874429" sldId="276"/>
            <ac:spMk id="29" creationId="{8917C89F-54CD-AA19-E255-D64314074552}"/>
          </ac:spMkLst>
        </pc:spChg>
        <pc:spChg chg="del">
          <ac:chgData name="Nupur Mohapatra" userId="b9771a76-a249-4689-8b51-c86ee4750c41" providerId="ADAL" clId="{290A16EF-DBC1-43DC-8844-B413AF115B77}" dt="2024-10-28T23:07:35.790" v="883" actId="478"/>
          <ac:spMkLst>
            <pc:docMk/>
            <pc:sldMk cId="516874429" sldId="276"/>
            <ac:spMk id="30" creationId="{80DAF56E-545E-BD1E-703D-5488B9433A34}"/>
          </ac:spMkLst>
        </pc:spChg>
        <pc:spChg chg="del">
          <ac:chgData name="Nupur Mohapatra" userId="b9771a76-a249-4689-8b51-c86ee4750c41" providerId="ADAL" clId="{290A16EF-DBC1-43DC-8844-B413AF115B77}" dt="2024-10-28T23:07:35.790" v="883" actId="478"/>
          <ac:spMkLst>
            <pc:docMk/>
            <pc:sldMk cId="516874429" sldId="276"/>
            <ac:spMk id="31" creationId="{E2B20CDF-11FF-6F36-303C-3C1F515A6F33}"/>
          </ac:spMkLst>
        </pc:spChg>
        <pc:spChg chg="del">
          <ac:chgData name="Nupur Mohapatra" userId="b9771a76-a249-4689-8b51-c86ee4750c41" providerId="ADAL" clId="{290A16EF-DBC1-43DC-8844-B413AF115B77}" dt="2024-10-28T23:07:35.790" v="883" actId="478"/>
          <ac:spMkLst>
            <pc:docMk/>
            <pc:sldMk cId="516874429" sldId="276"/>
            <ac:spMk id="32" creationId="{7696B607-ED64-D66D-E912-1FCB2A92F747}"/>
          </ac:spMkLst>
        </pc:spChg>
        <pc:spChg chg="del">
          <ac:chgData name="Nupur Mohapatra" userId="b9771a76-a249-4689-8b51-c86ee4750c41" providerId="ADAL" clId="{290A16EF-DBC1-43DC-8844-B413AF115B77}" dt="2024-10-28T23:07:35.790" v="883" actId="478"/>
          <ac:spMkLst>
            <pc:docMk/>
            <pc:sldMk cId="516874429" sldId="276"/>
            <ac:spMk id="35" creationId="{F62B33DC-E804-DAB6-BB3F-74F9DB3CE533}"/>
          </ac:spMkLst>
        </pc:spChg>
        <pc:spChg chg="del">
          <ac:chgData name="Nupur Mohapatra" userId="b9771a76-a249-4689-8b51-c86ee4750c41" providerId="ADAL" clId="{290A16EF-DBC1-43DC-8844-B413AF115B77}" dt="2024-10-28T23:07:35.790" v="883" actId="478"/>
          <ac:spMkLst>
            <pc:docMk/>
            <pc:sldMk cId="516874429" sldId="276"/>
            <ac:spMk id="39" creationId="{8D1930DC-CD30-7D71-3ACD-5D48AA129D62}"/>
          </ac:spMkLst>
        </pc:spChg>
        <pc:spChg chg="del">
          <ac:chgData name="Nupur Mohapatra" userId="b9771a76-a249-4689-8b51-c86ee4750c41" providerId="ADAL" clId="{290A16EF-DBC1-43DC-8844-B413AF115B77}" dt="2024-10-28T23:07:35.790" v="883" actId="478"/>
          <ac:spMkLst>
            <pc:docMk/>
            <pc:sldMk cId="516874429" sldId="276"/>
            <ac:spMk id="43" creationId="{817538C7-C117-858A-89C2-75A39EE15C55}"/>
          </ac:spMkLst>
        </pc:spChg>
        <pc:spChg chg="add mod">
          <ac:chgData name="Nupur Mohapatra" userId="b9771a76-a249-4689-8b51-c86ee4750c41" providerId="ADAL" clId="{290A16EF-DBC1-43DC-8844-B413AF115B77}" dt="2024-10-29T23:43:10.774" v="2096" actId="2711"/>
          <ac:spMkLst>
            <pc:docMk/>
            <pc:sldMk cId="516874429" sldId="276"/>
            <ac:spMk id="51" creationId="{13365DBC-FA55-7050-B322-7F7EB363F2BB}"/>
          </ac:spMkLst>
        </pc:spChg>
        <pc:spChg chg="add mod">
          <ac:chgData name="Nupur Mohapatra" userId="b9771a76-a249-4689-8b51-c86ee4750c41" providerId="ADAL" clId="{290A16EF-DBC1-43DC-8844-B413AF115B77}" dt="2024-10-29T23:43:10.774" v="2096" actId="2711"/>
          <ac:spMkLst>
            <pc:docMk/>
            <pc:sldMk cId="516874429" sldId="276"/>
            <ac:spMk id="52" creationId="{1949B571-DAF3-A00B-506E-2CF096B1E7B4}"/>
          </ac:spMkLst>
        </pc:spChg>
        <pc:spChg chg="add mod">
          <ac:chgData name="Nupur Mohapatra" userId="b9771a76-a249-4689-8b51-c86ee4750c41" providerId="ADAL" clId="{290A16EF-DBC1-43DC-8844-B413AF115B77}" dt="2024-10-29T23:43:10.774" v="2096" actId="2711"/>
          <ac:spMkLst>
            <pc:docMk/>
            <pc:sldMk cId="516874429" sldId="276"/>
            <ac:spMk id="53" creationId="{C6252114-2957-70DB-C18D-75A7F00B602A}"/>
          </ac:spMkLst>
        </pc:spChg>
        <pc:spChg chg="add mod">
          <ac:chgData name="Nupur Mohapatra" userId="b9771a76-a249-4689-8b51-c86ee4750c41" providerId="ADAL" clId="{290A16EF-DBC1-43DC-8844-B413AF115B77}" dt="2024-10-29T23:43:10.774" v="2096" actId="2711"/>
          <ac:spMkLst>
            <pc:docMk/>
            <pc:sldMk cId="516874429" sldId="276"/>
            <ac:spMk id="54" creationId="{720DEC44-CDAA-0F41-1006-83B8403EFFA1}"/>
          </ac:spMkLst>
        </pc:spChg>
        <pc:spChg chg="add mod">
          <ac:chgData name="Nupur Mohapatra" userId="b9771a76-a249-4689-8b51-c86ee4750c41" providerId="ADAL" clId="{290A16EF-DBC1-43DC-8844-B413AF115B77}" dt="2024-10-29T23:43:10.774" v="2096" actId="2711"/>
          <ac:spMkLst>
            <pc:docMk/>
            <pc:sldMk cId="516874429" sldId="276"/>
            <ac:spMk id="55" creationId="{D67AED67-11DB-D0CB-35E9-D3FE655E02A1}"/>
          </ac:spMkLst>
        </pc:spChg>
        <pc:spChg chg="add mod">
          <ac:chgData name="Nupur Mohapatra" userId="b9771a76-a249-4689-8b51-c86ee4750c41" providerId="ADAL" clId="{290A16EF-DBC1-43DC-8844-B413AF115B77}" dt="2024-10-29T23:43:10.774" v="2096" actId="2711"/>
          <ac:spMkLst>
            <pc:docMk/>
            <pc:sldMk cId="516874429" sldId="276"/>
            <ac:spMk id="56" creationId="{457BC1E3-2446-9D7D-972B-043AC93BC9DE}"/>
          </ac:spMkLst>
        </pc:spChg>
        <pc:spChg chg="add mod">
          <ac:chgData name="Nupur Mohapatra" userId="b9771a76-a249-4689-8b51-c86ee4750c41" providerId="ADAL" clId="{290A16EF-DBC1-43DC-8844-B413AF115B77}" dt="2024-10-28T23:10:47.056" v="913" actId="1076"/>
          <ac:spMkLst>
            <pc:docMk/>
            <pc:sldMk cId="516874429" sldId="276"/>
            <ac:spMk id="57" creationId="{8F049718-F1C0-6BF4-276D-F9728904740F}"/>
          </ac:spMkLst>
        </pc:spChg>
        <pc:spChg chg="add mod">
          <ac:chgData name="Nupur Mohapatra" userId="b9771a76-a249-4689-8b51-c86ee4750c41" providerId="ADAL" clId="{290A16EF-DBC1-43DC-8844-B413AF115B77}" dt="2024-10-29T23:43:10.774" v="2096" actId="2711"/>
          <ac:spMkLst>
            <pc:docMk/>
            <pc:sldMk cId="516874429" sldId="276"/>
            <ac:spMk id="58" creationId="{3D56CC14-6E99-ADDE-7FD6-9A7E7E75E920}"/>
          </ac:spMkLst>
        </pc:spChg>
        <pc:spChg chg="add mod">
          <ac:chgData name="Nupur Mohapatra" userId="b9771a76-a249-4689-8b51-c86ee4750c41" providerId="ADAL" clId="{290A16EF-DBC1-43DC-8844-B413AF115B77}" dt="2024-10-29T23:43:10.774" v="2096" actId="2711"/>
          <ac:spMkLst>
            <pc:docMk/>
            <pc:sldMk cId="516874429" sldId="276"/>
            <ac:spMk id="59" creationId="{3E42DCEF-1FE0-4F94-4365-2C2DBEB38066}"/>
          </ac:spMkLst>
        </pc:spChg>
        <pc:spChg chg="add mod ord">
          <ac:chgData name="Nupur Mohapatra" userId="b9771a76-a249-4689-8b51-c86ee4750c41" providerId="ADAL" clId="{290A16EF-DBC1-43DC-8844-B413AF115B77}" dt="2024-10-29T23:43:10.774" v="2096" actId="2711"/>
          <ac:spMkLst>
            <pc:docMk/>
            <pc:sldMk cId="516874429" sldId="276"/>
            <ac:spMk id="60" creationId="{DDA095E0-528A-C74C-4375-EA0DE10332E5}"/>
          </ac:spMkLst>
        </pc:spChg>
        <pc:spChg chg="add mod">
          <ac:chgData name="Nupur Mohapatra" userId="b9771a76-a249-4689-8b51-c86ee4750c41" providerId="ADAL" clId="{290A16EF-DBC1-43DC-8844-B413AF115B77}" dt="2024-10-29T23:43:10.774" v="2096" actId="2711"/>
          <ac:spMkLst>
            <pc:docMk/>
            <pc:sldMk cId="516874429" sldId="276"/>
            <ac:spMk id="61" creationId="{1A8B6789-21F3-E663-8F10-B6527901CDBB}"/>
          </ac:spMkLst>
        </pc:spChg>
        <pc:spChg chg="add mod">
          <ac:chgData name="Nupur Mohapatra" userId="b9771a76-a249-4689-8b51-c86ee4750c41" providerId="ADAL" clId="{290A16EF-DBC1-43DC-8844-B413AF115B77}" dt="2024-10-29T23:43:10.774" v="2096" actId="2711"/>
          <ac:spMkLst>
            <pc:docMk/>
            <pc:sldMk cId="516874429" sldId="276"/>
            <ac:spMk id="62" creationId="{CDAEB2BB-F2D2-D4AF-A01D-2DCC654B95C1}"/>
          </ac:spMkLst>
        </pc:spChg>
        <pc:spChg chg="add mod">
          <ac:chgData name="Nupur Mohapatra" userId="b9771a76-a249-4689-8b51-c86ee4750c41" providerId="ADAL" clId="{290A16EF-DBC1-43DC-8844-B413AF115B77}" dt="2024-10-29T23:43:10.774" v="2096" actId="2711"/>
          <ac:spMkLst>
            <pc:docMk/>
            <pc:sldMk cId="516874429" sldId="276"/>
            <ac:spMk id="63" creationId="{AEB26E83-1FBA-A067-82B6-FEF24D7A4DAE}"/>
          </ac:spMkLst>
        </pc:spChg>
        <pc:spChg chg="add mod">
          <ac:chgData name="Nupur Mohapatra" userId="b9771a76-a249-4689-8b51-c86ee4750c41" providerId="ADAL" clId="{290A16EF-DBC1-43DC-8844-B413AF115B77}" dt="2024-10-29T23:43:10.774" v="2096" actId="2711"/>
          <ac:spMkLst>
            <pc:docMk/>
            <pc:sldMk cId="516874429" sldId="276"/>
            <ac:spMk id="64" creationId="{D38F5AA6-A86E-8619-A66F-1D4C5DB2FCDD}"/>
          </ac:spMkLst>
        </pc:spChg>
        <pc:spChg chg="add mod">
          <ac:chgData name="Nupur Mohapatra" userId="b9771a76-a249-4689-8b51-c86ee4750c41" providerId="ADAL" clId="{290A16EF-DBC1-43DC-8844-B413AF115B77}" dt="2024-10-30T00:15:59.744" v="2264" actId="1035"/>
          <ac:spMkLst>
            <pc:docMk/>
            <pc:sldMk cId="516874429" sldId="276"/>
            <ac:spMk id="67" creationId="{C10E5DD5-9773-73B4-3FB0-816DD940B7E5}"/>
          </ac:spMkLst>
        </pc:spChg>
        <pc:spChg chg="add mod">
          <ac:chgData name="Nupur Mohapatra" userId="b9771a76-a249-4689-8b51-c86ee4750c41" providerId="ADAL" clId="{290A16EF-DBC1-43DC-8844-B413AF115B77}" dt="2024-10-30T00:16:42.802" v="2267" actId="1035"/>
          <ac:spMkLst>
            <pc:docMk/>
            <pc:sldMk cId="516874429" sldId="276"/>
            <ac:spMk id="68" creationId="{19FDAB77-5928-3FA6-8EC4-BD9B07020AF2}"/>
          </ac:spMkLst>
        </pc:spChg>
        <pc:spChg chg="add mod">
          <ac:chgData name="Nupur Mohapatra" userId="b9771a76-a249-4689-8b51-c86ee4750c41" providerId="ADAL" clId="{290A16EF-DBC1-43DC-8844-B413AF115B77}" dt="2024-10-29T23:43:10.774" v="2096" actId="2711"/>
          <ac:spMkLst>
            <pc:docMk/>
            <pc:sldMk cId="516874429" sldId="276"/>
            <ac:spMk id="69" creationId="{A79ED77A-FA1C-7434-AA93-4E559BF38C15}"/>
          </ac:spMkLst>
        </pc:spChg>
        <pc:spChg chg="add mod">
          <ac:chgData name="Nupur Mohapatra" userId="b9771a76-a249-4689-8b51-c86ee4750c41" providerId="ADAL" clId="{290A16EF-DBC1-43DC-8844-B413AF115B77}" dt="2024-10-30T00:15:53.989" v="2261" actId="1035"/>
          <ac:spMkLst>
            <pc:docMk/>
            <pc:sldMk cId="516874429" sldId="276"/>
            <ac:spMk id="70" creationId="{7476E62B-AC93-74AB-AFC2-3B7D35D6BFB9}"/>
          </ac:spMkLst>
        </pc:spChg>
        <pc:spChg chg="add mod">
          <ac:chgData name="Nupur Mohapatra" userId="b9771a76-a249-4689-8b51-c86ee4750c41" providerId="ADAL" clId="{290A16EF-DBC1-43DC-8844-B413AF115B77}" dt="2024-10-29T23:43:10.774" v="2096" actId="2711"/>
          <ac:spMkLst>
            <pc:docMk/>
            <pc:sldMk cId="516874429" sldId="276"/>
            <ac:spMk id="71" creationId="{583E348D-CF92-A753-2893-ED66F18B0F4A}"/>
          </ac:spMkLst>
        </pc:spChg>
        <pc:graphicFrameChg chg="del">
          <ac:chgData name="Nupur Mohapatra" userId="b9771a76-a249-4689-8b51-c86ee4750c41" providerId="ADAL" clId="{290A16EF-DBC1-43DC-8844-B413AF115B77}" dt="2024-10-28T23:07:35.790" v="883" actId="478"/>
          <ac:graphicFrameMkLst>
            <pc:docMk/>
            <pc:sldMk cId="516874429" sldId="276"/>
            <ac:graphicFrameMk id="5" creationId="{FDDC3F6A-D982-74E6-D4BF-F478034113AE}"/>
          </ac:graphicFrameMkLst>
        </pc:graphicFrameChg>
        <pc:graphicFrameChg chg="del">
          <ac:chgData name="Nupur Mohapatra" userId="b9771a76-a249-4689-8b51-c86ee4750c41" providerId="ADAL" clId="{290A16EF-DBC1-43DC-8844-B413AF115B77}" dt="2024-10-28T23:07:35.790" v="883" actId="478"/>
          <ac:graphicFrameMkLst>
            <pc:docMk/>
            <pc:sldMk cId="516874429" sldId="276"/>
            <ac:graphicFrameMk id="6" creationId="{BF1B067E-DDBB-3355-EE74-1FD67A23DA44}"/>
          </ac:graphicFrameMkLst>
        </pc:graphicFrameChg>
        <pc:graphicFrameChg chg="del">
          <ac:chgData name="Nupur Mohapatra" userId="b9771a76-a249-4689-8b51-c86ee4750c41" providerId="ADAL" clId="{290A16EF-DBC1-43DC-8844-B413AF115B77}" dt="2024-10-28T23:07:35.790" v="883" actId="478"/>
          <ac:graphicFrameMkLst>
            <pc:docMk/>
            <pc:sldMk cId="516874429" sldId="276"/>
            <ac:graphicFrameMk id="9" creationId="{EFA3D470-D218-4A60-741C-8B7122A3A642}"/>
          </ac:graphicFrameMkLst>
        </pc:graphicFrameChg>
        <pc:graphicFrameChg chg="del">
          <ac:chgData name="Nupur Mohapatra" userId="b9771a76-a249-4689-8b51-c86ee4750c41" providerId="ADAL" clId="{290A16EF-DBC1-43DC-8844-B413AF115B77}" dt="2024-10-28T23:07:35.790" v="883" actId="478"/>
          <ac:graphicFrameMkLst>
            <pc:docMk/>
            <pc:sldMk cId="516874429" sldId="276"/>
            <ac:graphicFrameMk id="10" creationId="{0B3B07F2-7268-D667-23F1-1FBFCCAF2A51}"/>
          </ac:graphicFrameMkLst>
        </pc:graphicFrameChg>
        <pc:picChg chg="del">
          <ac:chgData name="Nupur Mohapatra" userId="b9771a76-a249-4689-8b51-c86ee4750c41" providerId="ADAL" clId="{290A16EF-DBC1-43DC-8844-B413AF115B77}" dt="2024-10-28T23:07:35.790" v="883" actId="478"/>
          <ac:picMkLst>
            <pc:docMk/>
            <pc:sldMk cId="516874429" sldId="276"/>
            <ac:picMk id="4" creationId="{AE810F24-2E76-5512-B262-DC00421798F3}"/>
          </ac:picMkLst>
        </pc:picChg>
        <pc:picChg chg="del">
          <ac:chgData name="Nupur Mohapatra" userId="b9771a76-a249-4689-8b51-c86ee4750c41" providerId="ADAL" clId="{290A16EF-DBC1-43DC-8844-B413AF115B77}" dt="2024-10-28T23:07:35.790" v="883" actId="478"/>
          <ac:picMkLst>
            <pc:docMk/>
            <pc:sldMk cId="516874429" sldId="276"/>
            <ac:picMk id="8" creationId="{EFF76F70-0BA6-9C8F-AE13-899AD72C63BD}"/>
          </ac:picMkLst>
        </pc:picChg>
        <pc:picChg chg="del">
          <ac:chgData name="Nupur Mohapatra" userId="b9771a76-a249-4689-8b51-c86ee4750c41" providerId="ADAL" clId="{290A16EF-DBC1-43DC-8844-B413AF115B77}" dt="2024-10-28T23:07:35.790" v="883" actId="478"/>
          <ac:picMkLst>
            <pc:docMk/>
            <pc:sldMk cId="516874429" sldId="276"/>
            <ac:picMk id="11" creationId="{FE87FCCB-E829-5066-9E88-A3F37AE49E7E}"/>
          </ac:picMkLst>
        </pc:picChg>
        <pc:picChg chg="del">
          <ac:chgData name="Nupur Mohapatra" userId="b9771a76-a249-4689-8b51-c86ee4750c41" providerId="ADAL" clId="{290A16EF-DBC1-43DC-8844-B413AF115B77}" dt="2024-10-28T23:07:35.790" v="883" actId="478"/>
          <ac:picMkLst>
            <pc:docMk/>
            <pc:sldMk cId="516874429" sldId="276"/>
            <ac:picMk id="12" creationId="{EE065FFA-E7E4-6CFC-166F-B5E6143853D6}"/>
          </ac:picMkLst>
        </pc:picChg>
        <pc:picChg chg="del">
          <ac:chgData name="Nupur Mohapatra" userId="b9771a76-a249-4689-8b51-c86ee4750c41" providerId="ADAL" clId="{290A16EF-DBC1-43DC-8844-B413AF115B77}" dt="2024-10-28T23:07:35.790" v="883" actId="478"/>
          <ac:picMkLst>
            <pc:docMk/>
            <pc:sldMk cId="516874429" sldId="276"/>
            <ac:picMk id="13" creationId="{34813001-D592-D785-88B9-F6D7E2560F4E}"/>
          </ac:picMkLst>
        </pc:picChg>
        <pc:picChg chg="del">
          <ac:chgData name="Nupur Mohapatra" userId="b9771a76-a249-4689-8b51-c86ee4750c41" providerId="ADAL" clId="{290A16EF-DBC1-43DC-8844-B413AF115B77}" dt="2024-10-28T23:07:35.790" v="883" actId="478"/>
          <ac:picMkLst>
            <pc:docMk/>
            <pc:sldMk cId="516874429" sldId="276"/>
            <ac:picMk id="14" creationId="{B90399FD-44AB-1B9C-21B7-9A4ED585FCC7}"/>
          </ac:picMkLst>
        </pc:picChg>
        <pc:picChg chg="del">
          <ac:chgData name="Nupur Mohapatra" userId="b9771a76-a249-4689-8b51-c86ee4750c41" providerId="ADAL" clId="{290A16EF-DBC1-43DC-8844-B413AF115B77}" dt="2024-10-28T23:07:35.790" v="883" actId="478"/>
          <ac:picMkLst>
            <pc:docMk/>
            <pc:sldMk cId="516874429" sldId="276"/>
            <ac:picMk id="15" creationId="{8FD59576-0B6F-2931-A284-10DEAE55D008}"/>
          </ac:picMkLst>
        </pc:picChg>
        <pc:picChg chg="del">
          <ac:chgData name="Nupur Mohapatra" userId="b9771a76-a249-4689-8b51-c86ee4750c41" providerId="ADAL" clId="{290A16EF-DBC1-43DC-8844-B413AF115B77}" dt="2024-10-28T23:07:35.790" v="883" actId="478"/>
          <ac:picMkLst>
            <pc:docMk/>
            <pc:sldMk cId="516874429" sldId="276"/>
            <ac:picMk id="16" creationId="{A497E178-09EF-AB2E-3ACC-D1C1C5210F08}"/>
          </ac:picMkLst>
        </pc:picChg>
        <pc:picChg chg="del">
          <ac:chgData name="Nupur Mohapatra" userId="b9771a76-a249-4689-8b51-c86ee4750c41" providerId="ADAL" clId="{290A16EF-DBC1-43DC-8844-B413AF115B77}" dt="2024-10-28T23:07:35.790" v="883" actId="478"/>
          <ac:picMkLst>
            <pc:docMk/>
            <pc:sldMk cId="516874429" sldId="276"/>
            <ac:picMk id="17" creationId="{CB7C44C0-1D78-5C52-F6E0-6ED2300D2535}"/>
          </ac:picMkLst>
        </pc:picChg>
        <pc:picChg chg="del">
          <ac:chgData name="Nupur Mohapatra" userId="b9771a76-a249-4689-8b51-c86ee4750c41" providerId="ADAL" clId="{290A16EF-DBC1-43DC-8844-B413AF115B77}" dt="2024-10-28T23:07:35.790" v="883" actId="478"/>
          <ac:picMkLst>
            <pc:docMk/>
            <pc:sldMk cId="516874429" sldId="276"/>
            <ac:picMk id="18" creationId="{281F936A-B40E-6BC9-7AB9-BC99A58A7202}"/>
          </ac:picMkLst>
        </pc:picChg>
        <pc:picChg chg="del">
          <ac:chgData name="Nupur Mohapatra" userId="b9771a76-a249-4689-8b51-c86ee4750c41" providerId="ADAL" clId="{290A16EF-DBC1-43DC-8844-B413AF115B77}" dt="2024-10-28T23:07:35.790" v="883" actId="478"/>
          <ac:picMkLst>
            <pc:docMk/>
            <pc:sldMk cId="516874429" sldId="276"/>
            <ac:picMk id="19" creationId="{16B22996-9E7B-3156-779B-3CA94D292D60}"/>
          </ac:picMkLst>
        </pc:picChg>
        <pc:picChg chg="del">
          <ac:chgData name="Nupur Mohapatra" userId="b9771a76-a249-4689-8b51-c86ee4750c41" providerId="ADAL" clId="{290A16EF-DBC1-43DC-8844-B413AF115B77}" dt="2024-10-28T23:07:35.790" v="883" actId="478"/>
          <ac:picMkLst>
            <pc:docMk/>
            <pc:sldMk cId="516874429" sldId="276"/>
            <ac:picMk id="25" creationId="{DA364253-8B72-7E11-B065-1ACA677945D5}"/>
          </ac:picMkLst>
        </pc:picChg>
        <pc:picChg chg="del">
          <ac:chgData name="Nupur Mohapatra" userId="b9771a76-a249-4689-8b51-c86ee4750c41" providerId="ADAL" clId="{290A16EF-DBC1-43DC-8844-B413AF115B77}" dt="2024-10-28T23:07:35.790" v="883" actId="478"/>
          <ac:picMkLst>
            <pc:docMk/>
            <pc:sldMk cId="516874429" sldId="276"/>
            <ac:picMk id="26" creationId="{001C1D23-2AE7-418B-B15D-39799D7789B1}"/>
          </ac:picMkLst>
        </pc:picChg>
        <pc:picChg chg="del">
          <ac:chgData name="Nupur Mohapatra" userId="b9771a76-a249-4689-8b51-c86ee4750c41" providerId="ADAL" clId="{290A16EF-DBC1-43DC-8844-B413AF115B77}" dt="2024-10-28T23:07:35.790" v="883" actId="478"/>
          <ac:picMkLst>
            <pc:docMk/>
            <pc:sldMk cId="516874429" sldId="276"/>
            <ac:picMk id="27" creationId="{E5CA4F3E-9355-C929-FBDC-131446A21F7D}"/>
          </ac:picMkLst>
        </pc:picChg>
        <pc:picChg chg="del">
          <ac:chgData name="Nupur Mohapatra" userId="b9771a76-a249-4689-8b51-c86ee4750c41" providerId="ADAL" clId="{290A16EF-DBC1-43DC-8844-B413AF115B77}" dt="2024-10-28T23:07:35.790" v="883" actId="478"/>
          <ac:picMkLst>
            <pc:docMk/>
            <pc:sldMk cId="516874429" sldId="276"/>
            <ac:picMk id="33" creationId="{CF7508FF-D1F5-3C41-DE55-86ED27306CD6}"/>
          </ac:picMkLst>
        </pc:picChg>
        <pc:picChg chg="del">
          <ac:chgData name="Nupur Mohapatra" userId="b9771a76-a249-4689-8b51-c86ee4750c41" providerId="ADAL" clId="{290A16EF-DBC1-43DC-8844-B413AF115B77}" dt="2024-10-28T23:07:35.790" v="883" actId="478"/>
          <ac:picMkLst>
            <pc:docMk/>
            <pc:sldMk cId="516874429" sldId="276"/>
            <ac:picMk id="34" creationId="{0E57369E-27CA-5EFE-DF6B-205454809121}"/>
          </ac:picMkLst>
        </pc:picChg>
        <pc:picChg chg="del">
          <ac:chgData name="Nupur Mohapatra" userId="b9771a76-a249-4689-8b51-c86ee4750c41" providerId="ADAL" clId="{290A16EF-DBC1-43DC-8844-B413AF115B77}" dt="2024-10-28T23:07:35.790" v="883" actId="478"/>
          <ac:picMkLst>
            <pc:docMk/>
            <pc:sldMk cId="516874429" sldId="276"/>
            <ac:picMk id="36" creationId="{67A542AA-31E5-53F1-14F4-C67BBB3F6F78}"/>
          </ac:picMkLst>
        </pc:picChg>
        <pc:picChg chg="del">
          <ac:chgData name="Nupur Mohapatra" userId="b9771a76-a249-4689-8b51-c86ee4750c41" providerId="ADAL" clId="{290A16EF-DBC1-43DC-8844-B413AF115B77}" dt="2024-10-28T23:07:35.790" v="883" actId="478"/>
          <ac:picMkLst>
            <pc:docMk/>
            <pc:sldMk cId="516874429" sldId="276"/>
            <ac:picMk id="37" creationId="{00922969-828C-F539-B1FC-2A64B57FE98D}"/>
          </ac:picMkLst>
        </pc:picChg>
        <pc:picChg chg="del">
          <ac:chgData name="Nupur Mohapatra" userId="b9771a76-a249-4689-8b51-c86ee4750c41" providerId="ADAL" clId="{290A16EF-DBC1-43DC-8844-B413AF115B77}" dt="2024-10-28T23:07:35.790" v="883" actId="478"/>
          <ac:picMkLst>
            <pc:docMk/>
            <pc:sldMk cId="516874429" sldId="276"/>
            <ac:picMk id="38" creationId="{D2FBBF69-EED7-CE52-9AF6-7A66A1EB9DF7}"/>
          </ac:picMkLst>
        </pc:picChg>
        <pc:picChg chg="del">
          <ac:chgData name="Nupur Mohapatra" userId="b9771a76-a249-4689-8b51-c86ee4750c41" providerId="ADAL" clId="{290A16EF-DBC1-43DC-8844-B413AF115B77}" dt="2024-10-28T23:07:35.790" v="883" actId="478"/>
          <ac:picMkLst>
            <pc:docMk/>
            <pc:sldMk cId="516874429" sldId="276"/>
            <ac:picMk id="40" creationId="{7C1D7B8D-CF53-2066-DFDA-B3B61F8D5B07}"/>
          </ac:picMkLst>
        </pc:picChg>
        <pc:picChg chg="del">
          <ac:chgData name="Nupur Mohapatra" userId="b9771a76-a249-4689-8b51-c86ee4750c41" providerId="ADAL" clId="{290A16EF-DBC1-43DC-8844-B413AF115B77}" dt="2024-10-28T23:07:35.790" v="883" actId="478"/>
          <ac:picMkLst>
            <pc:docMk/>
            <pc:sldMk cId="516874429" sldId="276"/>
            <ac:picMk id="41" creationId="{D12ACC34-2E96-5117-A39A-47722561BDDD}"/>
          </ac:picMkLst>
        </pc:picChg>
        <pc:picChg chg="del">
          <ac:chgData name="Nupur Mohapatra" userId="b9771a76-a249-4689-8b51-c86ee4750c41" providerId="ADAL" clId="{290A16EF-DBC1-43DC-8844-B413AF115B77}" dt="2024-10-28T23:07:35.790" v="883" actId="478"/>
          <ac:picMkLst>
            <pc:docMk/>
            <pc:sldMk cId="516874429" sldId="276"/>
            <ac:picMk id="42" creationId="{727BA5F6-826C-D94C-670E-8CB762701863}"/>
          </ac:picMkLst>
        </pc:picChg>
        <pc:picChg chg="del">
          <ac:chgData name="Nupur Mohapatra" userId="b9771a76-a249-4689-8b51-c86ee4750c41" providerId="ADAL" clId="{290A16EF-DBC1-43DC-8844-B413AF115B77}" dt="2024-10-28T23:07:35.790" v="883" actId="478"/>
          <ac:picMkLst>
            <pc:docMk/>
            <pc:sldMk cId="516874429" sldId="276"/>
            <ac:picMk id="44" creationId="{51583A05-7741-0A3D-FE36-28D6C74D4983}"/>
          </ac:picMkLst>
        </pc:picChg>
        <pc:picChg chg="del">
          <ac:chgData name="Nupur Mohapatra" userId="b9771a76-a249-4689-8b51-c86ee4750c41" providerId="ADAL" clId="{290A16EF-DBC1-43DC-8844-B413AF115B77}" dt="2024-10-28T23:07:35.790" v="883" actId="478"/>
          <ac:picMkLst>
            <pc:docMk/>
            <pc:sldMk cId="516874429" sldId="276"/>
            <ac:picMk id="45" creationId="{7F1B9F99-7376-FAB3-F06B-95DC14672757}"/>
          </ac:picMkLst>
        </pc:picChg>
        <pc:cxnChg chg="add mod">
          <ac:chgData name="Nupur Mohapatra" userId="b9771a76-a249-4689-8b51-c86ee4750c41" providerId="ADAL" clId="{290A16EF-DBC1-43DC-8844-B413AF115B77}" dt="2024-10-29T23:30:46.875" v="2064" actId="208"/>
          <ac:cxnSpMkLst>
            <pc:docMk/>
            <pc:sldMk cId="516874429" sldId="276"/>
            <ac:cxnSpMk id="10" creationId="{D884E4E0-8F06-6B66-4AE2-CA36AD50A6F3}"/>
          </ac:cxnSpMkLst>
        </pc:cxnChg>
        <pc:cxnChg chg="add mod">
          <ac:chgData name="Nupur Mohapatra" userId="b9771a76-a249-4689-8b51-c86ee4750c41" providerId="ADAL" clId="{290A16EF-DBC1-43DC-8844-B413AF115B77}" dt="2024-10-29T23:31:13.950" v="2072" actId="14100"/>
          <ac:cxnSpMkLst>
            <pc:docMk/>
            <pc:sldMk cId="516874429" sldId="276"/>
            <ac:cxnSpMk id="13" creationId="{3CE33240-5455-6AF4-8632-D1CB74E3F627}"/>
          </ac:cxnSpMkLst>
        </pc:cxnChg>
        <pc:cxnChg chg="del">
          <ac:chgData name="Nupur Mohapatra" userId="b9771a76-a249-4689-8b51-c86ee4750c41" providerId="ADAL" clId="{290A16EF-DBC1-43DC-8844-B413AF115B77}" dt="2024-10-28T23:07:35.790" v="883" actId="478"/>
          <ac:cxnSpMkLst>
            <pc:docMk/>
            <pc:sldMk cId="516874429" sldId="276"/>
            <ac:cxnSpMk id="20" creationId="{6DD0D699-0D05-0111-5733-B18FF2332B92}"/>
          </ac:cxnSpMkLst>
        </pc:cxnChg>
        <pc:cxnChg chg="del">
          <ac:chgData name="Nupur Mohapatra" userId="b9771a76-a249-4689-8b51-c86ee4750c41" providerId="ADAL" clId="{290A16EF-DBC1-43DC-8844-B413AF115B77}" dt="2024-10-28T23:07:37.733" v="884" actId="478"/>
          <ac:cxnSpMkLst>
            <pc:docMk/>
            <pc:sldMk cId="516874429" sldId="276"/>
            <ac:cxnSpMk id="21" creationId="{DA1D8482-BF5A-41F2-281B-2733A8B5320F}"/>
          </ac:cxnSpMkLst>
        </pc:cxnChg>
        <pc:cxnChg chg="add mod">
          <ac:chgData name="Nupur Mohapatra" userId="b9771a76-a249-4689-8b51-c86ee4750c41" providerId="ADAL" clId="{290A16EF-DBC1-43DC-8844-B413AF115B77}" dt="2024-10-28T23:07:50.464" v="885"/>
          <ac:cxnSpMkLst>
            <pc:docMk/>
            <pc:sldMk cId="516874429" sldId="276"/>
            <ac:cxnSpMk id="46" creationId="{3560959A-483A-6C13-6848-682A05DA0E38}"/>
          </ac:cxnSpMkLst>
        </pc:cxnChg>
        <pc:cxnChg chg="add mod">
          <ac:chgData name="Nupur Mohapatra" userId="b9771a76-a249-4689-8b51-c86ee4750c41" providerId="ADAL" clId="{290A16EF-DBC1-43DC-8844-B413AF115B77}" dt="2024-10-28T23:07:50.464" v="885"/>
          <ac:cxnSpMkLst>
            <pc:docMk/>
            <pc:sldMk cId="516874429" sldId="276"/>
            <ac:cxnSpMk id="47" creationId="{9C791D8B-F746-449B-D5DF-E4B136D8A5DB}"/>
          </ac:cxnSpMkLst>
        </pc:cxnChg>
        <pc:cxnChg chg="add mod">
          <ac:chgData name="Nupur Mohapatra" userId="b9771a76-a249-4689-8b51-c86ee4750c41" providerId="ADAL" clId="{290A16EF-DBC1-43DC-8844-B413AF115B77}" dt="2024-10-29T23:15:40.986" v="1867" actId="208"/>
          <ac:cxnSpMkLst>
            <pc:docMk/>
            <pc:sldMk cId="516874429" sldId="276"/>
            <ac:cxnSpMk id="48" creationId="{6B804026-4EBF-682F-7B9A-C94A0D9ACC0A}"/>
          </ac:cxnSpMkLst>
        </pc:cxnChg>
        <pc:cxnChg chg="add mod">
          <ac:chgData name="Nupur Mohapatra" userId="b9771a76-a249-4689-8b51-c86ee4750c41" providerId="ADAL" clId="{290A16EF-DBC1-43DC-8844-B413AF115B77}" dt="2024-10-29T23:31:38.018" v="2076" actId="1037"/>
          <ac:cxnSpMkLst>
            <pc:docMk/>
            <pc:sldMk cId="516874429" sldId="276"/>
            <ac:cxnSpMk id="49" creationId="{AAC78A49-ECE4-34EB-60D0-A7B174E8EA9C}"/>
          </ac:cxnSpMkLst>
        </pc:cxnChg>
        <pc:cxnChg chg="add mod">
          <ac:chgData name="Nupur Mohapatra" userId="b9771a76-a249-4689-8b51-c86ee4750c41" providerId="ADAL" clId="{290A16EF-DBC1-43DC-8844-B413AF115B77}" dt="2024-10-29T23:31:42.463" v="2077" actId="1037"/>
          <ac:cxnSpMkLst>
            <pc:docMk/>
            <pc:sldMk cId="516874429" sldId="276"/>
            <ac:cxnSpMk id="50" creationId="{EF2C9801-7E93-4C5C-281A-BE3512A3C85A}"/>
          </ac:cxnSpMkLst>
        </pc:cxnChg>
        <pc:cxnChg chg="add mod">
          <ac:chgData name="Nupur Mohapatra" userId="b9771a76-a249-4689-8b51-c86ee4750c41" providerId="ADAL" clId="{290A16EF-DBC1-43DC-8844-B413AF115B77}" dt="2024-10-28T23:07:50.464" v="885"/>
          <ac:cxnSpMkLst>
            <pc:docMk/>
            <pc:sldMk cId="516874429" sldId="276"/>
            <ac:cxnSpMk id="65" creationId="{33E43A96-9ECB-C361-60BB-59A7B11A65BA}"/>
          </ac:cxnSpMkLst>
        </pc:cxnChg>
        <pc:cxnChg chg="add mod">
          <ac:chgData name="Nupur Mohapatra" userId="b9771a76-a249-4689-8b51-c86ee4750c41" providerId="ADAL" clId="{290A16EF-DBC1-43DC-8844-B413AF115B77}" dt="2024-10-30T00:17:11.370" v="2283" actId="1036"/>
          <ac:cxnSpMkLst>
            <pc:docMk/>
            <pc:sldMk cId="516874429" sldId="276"/>
            <ac:cxnSpMk id="66" creationId="{ECFE1920-9439-C287-B228-0AA82BB10866}"/>
          </ac:cxnSpMkLst>
        </pc:cxnChg>
      </pc:sldChg>
      <pc:sldChg chg="modSp del mod">
        <pc:chgData name="Nupur Mohapatra" userId="b9771a76-a249-4689-8b51-c86ee4750c41" providerId="ADAL" clId="{290A16EF-DBC1-43DC-8844-B413AF115B77}" dt="2024-10-28T22:53:45.789" v="833" actId="47"/>
        <pc:sldMkLst>
          <pc:docMk/>
          <pc:sldMk cId="2467096183" sldId="276"/>
        </pc:sldMkLst>
        <pc:spChg chg="mod">
          <ac:chgData name="Nupur Mohapatra" userId="b9771a76-a249-4689-8b51-c86ee4750c41" providerId="ADAL" clId="{290A16EF-DBC1-43DC-8844-B413AF115B77}" dt="2024-10-28T22:51:03.815" v="832" actId="20577"/>
          <ac:spMkLst>
            <pc:docMk/>
            <pc:sldMk cId="2467096183" sldId="276"/>
            <ac:spMk id="29" creationId="{A872D5FD-23C2-2EA6-0F39-EE3C9112DEA9}"/>
          </ac:spMkLst>
        </pc:spChg>
      </pc:sldChg>
      <pc:sldChg chg="addSp delSp modSp mod">
        <pc:chgData name="Nupur Mohapatra" userId="b9771a76-a249-4689-8b51-c86ee4750c41" providerId="ADAL" clId="{290A16EF-DBC1-43DC-8844-B413AF115B77}" dt="2024-10-30T02:52:23.296" v="2699"/>
        <pc:sldMkLst>
          <pc:docMk/>
          <pc:sldMk cId="3144237048" sldId="277"/>
        </pc:sldMkLst>
        <pc:spChg chg="mod ord">
          <ac:chgData name="Nupur Mohapatra" userId="b9771a76-a249-4689-8b51-c86ee4750c41" providerId="ADAL" clId="{290A16EF-DBC1-43DC-8844-B413AF115B77}" dt="2024-10-30T02:49:41.127" v="2671" actId="20577"/>
          <ac:spMkLst>
            <pc:docMk/>
            <pc:sldMk cId="3144237048" sldId="277"/>
            <ac:spMk id="5" creationId="{A6BF6E0A-F516-9DEE-27D1-EE9148006B3F}"/>
          </ac:spMkLst>
        </pc:spChg>
        <pc:spChg chg="add mod">
          <ac:chgData name="Nupur Mohapatra" userId="b9771a76-a249-4689-8b51-c86ee4750c41" providerId="ADAL" clId="{290A16EF-DBC1-43DC-8844-B413AF115B77}" dt="2024-10-30T02:52:23.296" v="2699"/>
          <ac:spMkLst>
            <pc:docMk/>
            <pc:sldMk cId="3144237048" sldId="277"/>
            <ac:spMk id="6" creationId="{8EDF826E-67F9-BB6D-C089-8A29CC1DBD57}"/>
          </ac:spMkLst>
        </pc:spChg>
        <pc:spChg chg="mod">
          <ac:chgData name="Nupur Mohapatra" userId="b9771a76-a249-4689-8b51-c86ee4750c41" providerId="ADAL" clId="{290A16EF-DBC1-43DC-8844-B413AF115B77}" dt="2024-10-30T02:22:32.602" v="2359" actId="1035"/>
          <ac:spMkLst>
            <pc:docMk/>
            <pc:sldMk cId="3144237048" sldId="277"/>
            <ac:spMk id="23" creationId="{D3AC6CD4-FE2C-6012-D07E-E2683F513672}"/>
          </ac:spMkLst>
        </pc:spChg>
        <pc:spChg chg="mod">
          <ac:chgData name="Nupur Mohapatra" userId="b9771a76-a249-4689-8b51-c86ee4750c41" providerId="ADAL" clId="{290A16EF-DBC1-43DC-8844-B413AF115B77}" dt="2024-10-30T02:22:27.093" v="2358" actId="14100"/>
          <ac:spMkLst>
            <pc:docMk/>
            <pc:sldMk cId="3144237048" sldId="277"/>
            <ac:spMk id="24" creationId="{70537B23-F028-2A44-0251-A18A4DE9C464}"/>
          </ac:spMkLst>
        </pc:spChg>
        <pc:spChg chg="mod">
          <ac:chgData name="Nupur Mohapatra" userId="b9771a76-a249-4689-8b51-c86ee4750c41" providerId="ADAL" clId="{290A16EF-DBC1-43DC-8844-B413AF115B77}" dt="2024-10-30T02:51:50.559" v="2693" actId="14100"/>
          <ac:spMkLst>
            <pc:docMk/>
            <pc:sldMk cId="3144237048" sldId="277"/>
            <ac:spMk id="29" creationId="{81F5BE25-0441-27AD-32A0-CE33FA7239C1}"/>
          </ac:spMkLst>
        </pc:spChg>
        <pc:spChg chg="del mod">
          <ac:chgData name="Nupur Mohapatra" userId="b9771a76-a249-4689-8b51-c86ee4750c41" providerId="ADAL" clId="{290A16EF-DBC1-43DC-8844-B413AF115B77}" dt="2024-10-30T02:52:17.920" v="2698" actId="478"/>
          <ac:spMkLst>
            <pc:docMk/>
            <pc:sldMk cId="3144237048" sldId="277"/>
            <ac:spMk id="30" creationId="{F603464F-B263-CFBB-4FB0-FD20B27A3475}"/>
          </ac:spMkLst>
        </pc:spChg>
        <pc:spChg chg="mod">
          <ac:chgData name="Nupur Mohapatra" userId="b9771a76-a249-4689-8b51-c86ee4750c41" providerId="ADAL" clId="{290A16EF-DBC1-43DC-8844-B413AF115B77}" dt="2024-10-30T02:51:55.911" v="2694" actId="14100"/>
          <ac:spMkLst>
            <pc:docMk/>
            <pc:sldMk cId="3144237048" sldId="277"/>
            <ac:spMk id="31" creationId="{523964CD-310B-5CCE-10BB-DCE2FE12644D}"/>
          </ac:spMkLst>
        </pc:spChg>
        <pc:cxnChg chg="mod">
          <ac:chgData name="Nupur Mohapatra" userId="b9771a76-a249-4689-8b51-c86ee4750c41" providerId="ADAL" clId="{290A16EF-DBC1-43DC-8844-B413AF115B77}" dt="2024-10-30T02:52:11.029" v="2697" actId="1038"/>
          <ac:cxnSpMkLst>
            <pc:docMk/>
            <pc:sldMk cId="3144237048" sldId="277"/>
            <ac:cxnSpMk id="21" creationId="{BCE8B6F9-A86E-7397-3564-AC0F5B0D0763}"/>
          </ac:cxnSpMkLst>
        </pc:cxnChg>
      </pc:sldChg>
      <pc:sldChg chg="addSp delSp modSp add mod ord">
        <pc:chgData name="Nupur Mohapatra" userId="b9771a76-a249-4689-8b51-c86ee4750c41" providerId="ADAL" clId="{290A16EF-DBC1-43DC-8844-B413AF115B77}" dt="2024-10-29T23:06:10.419" v="1370" actId="1036"/>
        <pc:sldMkLst>
          <pc:docMk/>
          <pc:sldMk cId="1471449484" sldId="278"/>
        </pc:sldMkLst>
        <pc:spChg chg="del">
          <ac:chgData name="Nupur Mohapatra" userId="b9771a76-a249-4689-8b51-c86ee4750c41" providerId="ADAL" clId="{290A16EF-DBC1-43DC-8844-B413AF115B77}" dt="2024-10-29T23:05:34.188" v="1346" actId="478"/>
          <ac:spMkLst>
            <pc:docMk/>
            <pc:sldMk cId="1471449484" sldId="278"/>
            <ac:spMk id="3" creationId="{D0977BA6-3848-0852-065D-94F965B42DBA}"/>
          </ac:spMkLst>
        </pc:spChg>
        <pc:spChg chg="del">
          <ac:chgData name="Nupur Mohapatra" userId="b9771a76-a249-4689-8b51-c86ee4750c41" providerId="ADAL" clId="{290A16EF-DBC1-43DC-8844-B413AF115B77}" dt="2024-10-29T23:05:38.317" v="1347" actId="478"/>
          <ac:spMkLst>
            <pc:docMk/>
            <pc:sldMk cId="1471449484" sldId="278"/>
            <ac:spMk id="4" creationId="{D0713165-74F9-0BEF-70B6-D7B2A20F7051}"/>
          </ac:spMkLst>
        </pc:spChg>
        <pc:spChg chg="del">
          <ac:chgData name="Nupur Mohapatra" userId="b9771a76-a249-4689-8b51-c86ee4750c41" providerId="ADAL" clId="{290A16EF-DBC1-43DC-8844-B413AF115B77}" dt="2024-10-29T23:05:38.317" v="1347" actId="478"/>
          <ac:spMkLst>
            <pc:docMk/>
            <pc:sldMk cId="1471449484" sldId="278"/>
            <ac:spMk id="5" creationId="{FBFFADB1-6EFA-4DE7-B945-357AB212E6BF}"/>
          </ac:spMkLst>
        </pc:spChg>
        <pc:spChg chg="del">
          <ac:chgData name="Nupur Mohapatra" userId="b9771a76-a249-4689-8b51-c86ee4750c41" providerId="ADAL" clId="{290A16EF-DBC1-43DC-8844-B413AF115B77}" dt="2024-10-29T23:05:38.317" v="1347" actId="478"/>
          <ac:spMkLst>
            <pc:docMk/>
            <pc:sldMk cId="1471449484" sldId="278"/>
            <ac:spMk id="6" creationId="{BFF2B9EE-32AB-4BA3-25B9-7534C20B1485}"/>
          </ac:spMkLst>
        </pc:spChg>
        <pc:spChg chg="del">
          <ac:chgData name="Nupur Mohapatra" userId="b9771a76-a249-4689-8b51-c86ee4750c41" providerId="ADAL" clId="{290A16EF-DBC1-43DC-8844-B413AF115B77}" dt="2024-10-29T23:05:38.317" v="1347" actId="478"/>
          <ac:spMkLst>
            <pc:docMk/>
            <pc:sldMk cId="1471449484" sldId="278"/>
            <ac:spMk id="8" creationId="{CB6F31B8-9AC4-FD93-E1E1-55465E11BC0A}"/>
          </ac:spMkLst>
        </pc:spChg>
        <pc:spChg chg="del">
          <ac:chgData name="Nupur Mohapatra" userId="b9771a76-a249-4689-8b51-c86ee4750c41" providerId="ADAL" clId="{290A16EF-DBC1-43DC-8844-B413AF115B77}" dt="2024-10-29T23:05:38.317" v="1347" actId="478"/>
          <ac:spMkLst>
            <pc:docMk/>
            <pc:sldMk cId="1471449484" sldId="278"/>
            <ac:spMk id="10" creationId="{22394FE4-F34A-7BC5-DC11-8D8C09686B82}"/>
          </ac:spMkLst>
        </pc:spChg>
        <pc:spChg chg="del">
          <ac:chgData name="Nupur Mohapatra" userId="b9771a76-a249-4689-8b51-c86ee4750c41" providerId="ADAL" clId="{290A16EF-DBC1-43DC-8844-B413AF115B77}" dt="2024-10-29T23:05:38.317" v="1347" actId="478"/>
          <ac:spMkLst>
            <pc:docMk/>
            <pc:sldMk cId="1471449484" sldId="278"/>
            <ac:spMk id="11" creationId="{33EDF9BC-C9C3-7B3C-7C65-57513BD5A6AE}"/>
          </ac:spMkLst>
        </pc:spChg>
        <pc:spChg chg="del">
          <ac:chgData name="Nupur Mohapatra" userId="b9771a76-a249-4689-8b51-c86ee4750c41" providerId="ADAL" clId="{290A16EF-DBC1-43DC-8844-B413AF115B77}" dt="2024-10-29T23:05:38.317" v="1347" actId="478"/>
          <ac:spMkLst>
            <pc:docMk/>
            <pc:sldMk cId="1471449484" sldId="278"/>
            <ac:spMk id="12" creationId="{98425F91-99C7-6E21-902C-AC363DC1F92F}"/>
          </ac:spMkLst>
        </pc:spChg>
        <pc:spChg chg="del">
          <ac:chgData name="Nupur Mohapatra" userId="b9771a76-a249-4689-8b51-c86ee4750c41" providerId="ADAL" clId="{290A16EF-DBC1-43DC-8844-B413AF115B77}" dt="2024-10-29T23:05:38.317" v="1347" actId="478"/>
          <ac:spMkLst>
            <pc:docMk/>
            <pc:sldMk cId="1471449484" sldId="278"/>
            <ac:spMk id="13" creationId="{4D12E3F2-BAC2-5FBD-03A9-32AC1ABD637E}"/>
          </ac:spMkLst>
        </pc:spChg>
        <pc:spChg chg="del">
          <ac:chgData name="Nupur Mohapatra" userId="b9771a76-a249-4689-8b51-c86ee4750c41" providerId="ADAL" clId="{290A16EF-DBC1-43DC-8844-B413AF115B77}" dt="2024-10-29T23:05:38.317" v="1347" actId="478"/>
          <ac:spMkLst>
            <pc:docMk/>
            <pc:sldMk cId="1471449484" sldId="278"/>
            <ac:spMk id="14" creationId="{DBA8FD47-634F-FDF0-CA25-FAD9CC88DB24}"/>
          </ac:spMkLst>
        </pc:spChg>
        <pc:spChg chg="del">
          <ac:chgData name="Nupur Mohapatra" userId="b9771a76-a249-4689-8b51-c86ee4750c41" providerId="ADAL" clId="{290A16EF-DBC1-43DC-8844-B413AF115B77}" dt="2024-10-29T23:05:38.317" v="1347" actId="478"/>
          <ac:spMkLst>
            <pc:docMk/>
            <pc:sldMk cId="1471449484" sldId="278"/>
            <ac:spMk id="15" creationId="{765747F1-27BF-3307-7723-9DEA4EB6BA74}"/>
          </ac:spMkLst>
        </pc:spChg>
        <pc:spChg chg="add del mod">
          <ac:chgData name="Nupur Mohapatra" userId="b9771a76-a249-4689-8b51-c86ee4750c41" providerId="ADAL" clId="{290A16EF-DBC1-43DC-8844-B413AF115B77}" dt="2024-10-29T23:06:10.419" v="1370" actId="1036"/>
          <ac:spMkLst>
            <pc:docMk/>
            <pc:sldMk cId="1471449484" sldId="278"/>
            <ac:spMk id="16" creationId="{23765589-50F8-CA33-5539-9D1462C86EFE}"/>
          </ac:spMkLst>
        </pc:spChg>
        <pc:spChg chg="del">
          <ac:chgData name="Nupur Mohapatra" userId="b9771a76-a249-4689-8b51-c86ee4750c41" providerId="ADAL" clId="{290A16EF-DBC1-43DC-8844-B413AF115B77}" dt="2024-10-29T23:05:38.317" v="1347" actId="478"/>
          <ac:spMkLst>
            <pc:docMk/>
            <pc:sldMk cId="1471449484" sldId="278"/>
            <ac:spMk id="73" creationId="{32E6C474-4858-B157-32E3-76407DDD652C}"/>
          </ac:spMkLst>
        </pc:spChg>
        <pc:spChg chg="del">
          <ac:chgData name="Nupur Mohapatra" userId="b9771a76-a249-4689-8b51-c86ee4750c41" providerId="ADAL" clId="{290A16EF-DBC1-43DC-8844-B413AF115B77}" dt="2024-10-29T23:05:38.317" v="1347" actId="478"/>
          <ac:spMkLst>
            <pc:docMk/>
            <pc:sldMk cId="1471449484" sldId="278"/>
            <ac:spMk id="74" creationId="{A096B2D0-E3A0-2D3D-1EA2-BFE345E923D5}"/>
          </ac:spMkLst>
        </pc:spChg>
        <pc:spChg chg="del">
          <ac:chgData name="Nupur Mohapatra" userId="b9771a76-a249-4689-8b51-c86ee4750c41" providerId="ADAL" clId="{290A16EF-DBC1-43DC-8844-B413AF115B77}" dt="2024-10-29T23:05:38.317" v="1347" actId="478"/>
          <ac:spMkLst>
            <pc:docMk/>
            <pc:sldMk cId="1471449484" sldId="278"/>
            <ac:spMk id="99" creationId="{E9750C07-0D41-18B1-60AC-761A4E9064A7}"/>
          </ac:spMkLst>
        </pc:spChg>
        <pc:spChg chg="del">
          <ac:chgData name="Nupur Mohapatra" userId="b9771a76-a249-4689-8b51-c86ee4750c41" providerId="ADAL" clId="{290A16EF-DBC1-43DC-8844-B413AF115B77}" dt="2024-10-29T23:05:38.317" v="1347" actId="478"/>
          <ac:spMkLst>
            <pc:docMk/>
            <pc:sldMk cId="1471449484" sldId="278"/>
            <ac:spMk id="101" creationId="{04F64E54-2ED0-7135-DC6C-9EFCD41FD468}"/>
          </ac:spMkLst>
        </pc:spChg>
        <pc:spChg chg="del">
          <ac:chgData name="Nupur Mohapatra" userId="b9771a76-a249-4689-8b51-c86ee4750c41" providerId="ADAL" clId="{290A16EF-DBC1-43DC-8844-B413AF115B77}" dt="2024-10-29T23:05:38.317" v="1347" actId="478"/>
          <ac:spMkLst>
            <pc:docMk/>
            <pc:sldMk cId="1471449484" sldId="278"/>
            <ac:spMk id="102" creationId="{AD175B48-04DA-4F32-81D9-315B84BA99BD}"/>
          </ac:spMkLst>
        </pc:spChg>
        <pc:spChg chg="del">
          <ac:chgData name="Nupur Mohapatra" userId="b9771a76-a249-4689-8b51-c86ee4750c41" providerId="ADAL" clId="{290A16EF-DBC1-43DC-8844-B413AF115B77}" dt="2024-10-29T23:05:38.317" v="1347" actId="478"/>
          <ac:spMkLst>
            <pc:docMk/>
            <pc:sldMk cId="1471449484" sldId="278"/>
            <ac:spMk id="103" creationId="{D1DCC03B-8472-21B2-6EBC-89DE81DD95E4}"/>
          </ac:spMkLst>
        </pc:spChg>
        <pc:cxnChg chg="del">
          <ac:chgData name="Nupur Mohapatra" userId="b9771a76-a249-4689-8b51-c86ee4750c41" providerId="ADAL" clId="{290A16EF-DBC1-43DC-8844-B413AF115B77}" dt="2024-10-29T23:05:38.317" v="1347" actId="478"/>
          <ac:cxnSpMkLst>
            <pc:docMk/>
            <pc:sldMk cId="1471449484" sldId="278"/>
            <ac:cxnSpMk id="9" creationId="{E8F818DB-BD1E-FB5D-D35E-E0CACC1BA630}"/>
          </ac:cxnSpMkLst>
        </pc:cxnChg>
        <pc:cxnChg chg="del">
          <ac:chgData name="Nupur Mohapatra" userId="b9771a76-a249-4689-8b51-c86ee4750c41" providerId="ADAL" clId="{290A16EF-DBC1-43DC-8844-B413AF115B77}" dt="2024-10-29T23:05:38.317" v="1347" actId="478"/>
          <ac:cxnSpMkLst>
            <pc:docMk/>
            <pc:sldMk cId="1471449484" sldId="278"/>
            <ac:cxnSpMk id="98" creationId="{DBC30A79-4A18-28F2-6873-9054C23C0695}"/>
          </ac:cxnSpMkLst>
        </pc:cxnChg>
      </pc:sldChg>
      <pc:sldChg chg="addSp delSp modSp add mod">
        <pc:chgData name="Nupur Mohapatra" userId="b9771a76-a249-4689-8b51-c86ee4750c41" providerId="ADAL" clId="{290A16EF-DBC1-43DC-8844-B413AF115B77}" dt="2024-10-30T02:45:20.890" v="2581" actId="108"/>
        <pc:sldMkLst>
          <pc:docMk/>
          <pc:sldMk cId="3765903970" sldId="279"/>
        </pc:sldMkLst>
        <pc:spChg chg="add mod">
          <ac:chgData name="Nupur Mohapatra" userId="b9771a76-a249-4689-8b51-c86ee4750c41" providerId="ADAL" clId="{290A16EF-DBC1-43DC-8844-B413AF115B77}" dt="2024-10-30T02:26:22.034" v="2465" actId="1038"/>
          <ac:spMkLst>
            <pc:docMk/>
            <pc:sldMk cId="3765903970" sldId="279"/>
            <ac:spMk id="2" creationId="{3F7CF810-24CD-5A8B-383E-7AD637EBD1DE}"/>
          </ac:spMkLst>
        </pc:spChg>
        <pc:spChg chg="add mod">
          <ac:chgData name="Nupur Mohapatra" userId="b9771a76-a249-4689-8b51-c86ee4750c41" providerId="ADAL" clId="{290A16EF-DBC1-43DC-8844-B413AF115B77}" dt="2024-10-29T23:07:13.759" v="1376"/>
          <ac:spMkLst>
            <pc:docMk/>
            <pc:sldMk cId="3765903970" sldId="279"/>
            <ac:spMk id="3" creationId="{D046C6BB-F659-9EC8-98BB-E4544A6B6BCF}"/>
          </ac:spMkLst>
        </pc:spChg>
        <pc:spChg chg="del">
          <ac:chgData name="Nupur Mohapatra" userId="b9771a76-a249-4689-8b51-c86ee4750c41" providerId="ADAL" clId="{290A16EF-DBC1-43DC-8844-B413AF115B77}" dt="2024-10-29T23:06:58.358" v="1375" actId="478"/>
          <ac:spMkLst>
            <pc:docMk/>
            <pc:sldMk cId="3765903970" sldId="279"/>
            <ac:spMk id="4" creationId="{9D492A13-7952-11A4-B5C0-157EB74BF08C}"/>
          </ac:spMkLst>
        </pc:spChg>
        <pc:spChg chg="del">
          <ac:chgData name="Nupur Mohapatra" userId="b9771a76-a249-4689-8b51-c86ee4750c41" providerId="ADAL" clId="{290A16EF-DBC1-43DC-8844-B413AF115B77}" dt="2024-10-29T23:06:58.358" v="1375" actId="478"/>
          <ac:spMkLst>
            <pc:docMk/>
            <pc:sldMk cId="3765903970" sldId="279"/>
            <ac:spMk id="5" creationId="{A38423A0-2AE4-053A-09E7-06ACFEAB477B}"/>
          </ac:spMkLst>
        </pc:spChg>
        <pc:spChg chg="del">
          <ac:chgData name="Nupur Mohapatra" userId="b9771a76-a249-4689-8b51-c86ee4750c41" providerId="ADAL" clId="{290A16EF-DBC1-43DC-8844-B413AF115B77}" dt="2024-10-29T23:06:58.358" v="1375" actId="478"/>
          <ac:spMkLst>
            <pc:docMk/>
            <pc:sldMk cId="3765903970" sldId="279"/>
            <ac:spMk id="6" creationId="{D36CCF1D-CAC7-F222-456A-A710A0623A9F}"/>
          </ac:spMkLst>
        </pc:spChg>
        <pc:spChg chg="del">
          <ac:chgData name="Nupur Mohapatra" userId="b9771a76-a249-4689-8b51-c86ee4750c41" providerId="ADAL" clId="{290A16EF-DBC1-43DC-8844-B413AF115B77}" dt="2024-10-29T23:06:58.358" v="1375" actId="478"/>
          <ac:spMkLst>
            <pc:docMk/>
            <pc:sldMk cId="3765903970" sldId="279"/>
            <ac:spMk id="8" creationId="{A5205812-9FBC-E00F-4B58-3087E40F24E9}"/>
          </ac:spMkLst>
        </pc:spChg>
        <pc:spChg chg="del">
          <ac:chgData name="Nupur Mohapatra" userId="b9771a76-a249-4689-8b51-c86ee4750c41" providerId="ADAL" clId="{290A16EF-DBC1-43DC-8844-B413AF115B77}" dt="2024-10-29T23:06:58.358" v="1375" actId="478"/>
          <ac:spMkLst>
            <pc:docMk/>
            <pc:sldMk cId="3765903970" sldId="279"/>
            <ac:spMk id="10" creationId="{8828FC4A-E2AD-7ED6-D51F-CDE8ACD3EAF4}"/>
          </ac:spMkLst>
        </pc:spChg>
        <pc:spChg chg="del">
          <ac:chgData name="Nupur Mohapatra" userId="b9771a76-a249-4689-8b51-c86ee4750c41" providerId="ADAL" clId="{290A16EF-DBC1-43DC-8844-B413AF115B77}" dt="2024-10-29T23:06:58.358" v="1375" actId="478"/>
          <ac:spMkLst>
            <pc:docMk/>
            <pc:sldMk cId="3765903970" sldId="279"/>
            <ac:spMk id="11" creationId="{5EA989A3-54DD-11FF-BCE5-FE9FDE750434}"/>
          </ac:spMkLst>
        </pc:spChg>
        <pc:spChg chg="del">
          <ac:chgData name="Nupur Mohapatra" userId="b9771a76-a249-4689-8b51-c86ee4750c41" providerId="ADAL" clId="{290A16EF-DBC1-43DC-8844-B413AF115B77}" dt="2024-10-29T23:06:58.358" v="1375" actId="478"/>
          <ac:spMkLst>
            <pc:docMk/>
            <pc:sldMk cId="3765903970" sldId="279"/>
            <ac:spMk id="12" creationId="{1E7D0F53-26B1-5CB2-AA35-BA4DBCC19BA0}"/>
          </ac:spMkLst>
        </pc:spChg>
        <pc:spChg chg="del">
          <ac:chgData name="Nupur Mohapatra" userId="b9771a76-a249-4689-8b51-c86ee4750c41" providerId="ADAL" clId="{290A16EF-DBC1-43DC-8844-B413AF115B77}" dt="2024-10-29T23:06:58.358" v="1375" actId="478"/>
          <ac:spMkLst>
            <pc:docMk/>
            <pc:sldMk cId="3765903970" sldId="279"/>
            <ac:spMk id="13" creationId="{82088A7C-454E-3262-A1B7-7E94ACBABAFF}"/>
          </ac:spMkLst>
        </pc:spChg>
        <pc:spChg chg="del">
          <ac:chgData name="Nupur Mohapatra" userId="b9771a76-a249-4689-8b51-c86ee4750c41" providerId="ADAL" clId="{290A16EF-DBC1-43DC-8844-B413AF115B77}" dt="2024-10-29T23:06:58.358" v="1375" actId="478"/>
          <ac:spMkLst>
            <pc:docMk/>
            <pc:sldMk cId="3765903970" sldId="279"/>
            <ac:spMk id="14" creationId="{201220A5-3192-2F7B-B753-BFAD71FB0601}"/>
          </ac:spMkLst>
        </pc:spChg>
        <pc:spChg chg="del">
          <ac:chgData name="Nupur Mohapatra" userId="b9771a76-a249-4689-8b51-c86ee4750c41" providerId="ADAL" clId="{290A16EF-DBC1-43DC-8844-B413AF115B77}" dt="2024-10-29T23:06:58.358" v="1375" actId="478"/>
          <ac:spMkLst>
            <pc:docMk/>
            <pc:sldMk cId="3765903970" sldId="279"/>
            <ac:spMk id="15" creationId="{386B6E63-694C-B7B3-1153-72EA361E3757}"/>
          </ac:spMkLst>
        </pc:spChg>
        <pc:spChg chg="add mod">
          <ac:chgData name="Nupur Mohapatra" userId="b9771a76-a249-4689-8b51-c86ee4750c41" providerId="ADAL" clId="{290A16EF-DBC1-43DC-8844-B413AF115B77}" dt="2024-10-30T02:45:20.890" v="2581" actId="108"/>
          <ac:spMkLst>
            <pc:docMk/>
            <pc:sldMk cId="3765903970" sldId="279"/>
            <ac:spMk id="16" creationId="{3E5637E8-96F3-990C-84DC-69A2217CE62D}"/>
          </ac:spMkLst>
        </pc:spChg>
        <pc:spChg chg="del">
          <ac:chgData name="Nupur Mohapatra" userId="b9771a76-a249-4689-8b51-c86ee4750c41" providerId="ADAL" clId="{290A16EF-DBC1-43DC-8844-B413AF115B77}" dt="2024-10-29T23:06:58.358" v="1375" actId="478"/>
          <ac:spMkLst>
            <pc:docMk/>
            <pc:sldMk cId="3765903970" sldId="279"/>
            <ac:spMk id="73" creationId="{DD5A98BE-8EC7-50AB-846F-14E7B5F4BE28}"/>
          </ac:spMkLst>
        </pc:spChg>
        <pc:spChg chg="del">
          <ac:chgData name="Nupur Mohapatra" userId="b9771a76-a249-4689-8b51-c86ee4750c41" providerId="ADAL" clId="{290A16EF-DBC1-43DC-8844-B413AF115B77}" dt="2024-10-29T23:06:58.358" v="1375" actId="478"/>
          <ac:spMkLst>
            <pc:docMk/>
            <pc:sldMk cId="3765903970" sldId="279"/>
            <ac:spMk id="74" creationId="{8ED0D264-4636-F6E2-F2C4-47C79F9DE9EE}"/>
          </ac:spMkLst>
        </pc:spChg>
        <pc:spChg chg="del">
          <ac:chgData name="Nupur Mohapatra" userId="b9771a76-a249-4689-8b51-c86ee4750c41" providerId="ADAL" clId="{290A16EF-DBC1-43DC-8844-B413AF115B77}" dt="2024-10-29T23:06:58.358" v="1375" actId="478"/>
          <ac:spMkLst>
            <pc:docMk/>
            <pc:sldMk cId="3765903970" sldId="279"/>
            <ac:spMk id="99" creationId="{D68B5F76-4BBE-09C2-2169-30C24F06910C}"/>
          </ac:spMkLst>
        </pc:spChg>
        <pc:spChg chg="del">
          <ac:chgData name="Nupur Mohapatra" userId="b9771a76-a249-4689-8b51-c86ee4750c41" providerId="ADAL" clId="{290A16EF-DBC1-43DC-8844-B413AF115B77}" dt="2024-10-29T23:06:58.358" v="1375" actId="478"/>
          <ac:spMkLst>
            <pc:docMk/>
            <pc:sldMk cId="3765903970" sldId="279"/>
            <ac:spMk id="101" creationId="{6F2A330E-E010-228C-6D36-58844E2DE347}"/>
          </ac:spMkLst>
        </pc:spChg>
        <pc:spChg chg="del">
          <ac:chgData name="Nupur Mohapatra" userId="b9771a76-a249-4689-8b51-c86ee4750c41" providerId="ADAL" clId="{290A16EF-DBC1-43DC-8844-B413AF115B77}" dt="2024-10-29T23:06:58.358" v="1375" actId="478"/>
          <ac:spMkLst>
            <pc:docMk/>
            <pc:sldMk cId="3765903970" sldId="279"/>
            <ac:spMk id="102" creationId="{7033019B-8BC4-6063-65D2-6536F2727737}"/>
          </ac:spMkLst>
        </pc:spChg>
        <pc:spChg chg="del">
          <ac:chgData name="Nupur Mohapatra" userId="b9771a76-a249-4689-8b51-c86ee4750c41" providerId="ADAL" clId="{290A16EF-DBC1-43DC-8844-B413AF115B77}" dt="2024-10-29T23:06:58.358" v="1375" actId="478"/>
          <ac:spMkLst>
            <pc:docMk/>
            <pc:sldMk cId="3765903970" sldId="279"/>
            <ac:spMk id="103" creationId="{8C4608C8-185F-711C-0C4B-1AB812374E18}"/>
          </ac:spMkLst>
        </pc:spChg>
        <pc:cxnChg chg="del">
          <ac:chgData name="Nupur Mohapatra" userId="b9771a76-a249-4689-8b51-c86ee4750c41" providerId="ADAL" clId="{290A16EF-DBC1-43DC-8844-B413AF115B77}" dt="2024-10-29T23:06:58.358" v="1375" actId="478"/>
          <ac:cxnSpMkLst>
            <pc:docMk/>
            <pc:sldMk cId="3765903970" sldId="279"/>
            <ac:cxnSpMk id="9" creationId="{B3DAC711-E7E1-4DAE-34FC-B7DD3A09BA0E}"/>
          </ac:cxnSpMkLst>
        </pc:cxnChg>
        <pc:cxnChg chg="del">
          <ac:chgData name="Nupur Mohapatra" userId="b9771a76-a249-4689-8b51-c86ee4750c41" providerId="ADAL" clId="{290A16EF-DBC1-43DC-8844-B413AF115B77}" dt="2024-10-29T23:06:58.358" v="1375" actId="478"/>
          <ac:cxnSpMkLst>
            <pc:docMk/>
            <pc:sldMk cId="3765903970" sldId="279"/>
            <ac:cxnSpMk id="98" creationId="{59480E40-7A47-9D42-DED5-1DFA5B7A54A3}"/>
          </ac:cxnSpMkLst>
        </pc:cxnChg>
      </pc:sldChg>
      <pc:sldChg chg="modSp mod">
        <pc:chgData name="Nupur Mohapatra" userId="b9771a76-a249-4689-8b51-c86ee4750c41" providerId="ADAL" clId="{290A16EF-DBC1-43DC-8844-B413AF115B77}" dt="2024-10-30T00:10:42.937" v="2259" actId="404"/>
        <pc:sldMkLst>
          <pc:docMk/>
          <pc:sldMk cId="2367676559" sldId="280"/>
        </pc:sldMkLst>
        <pc:spChg chg="mod">
          <ac:chgData name="Nupur Mohapatra" userId="b9771a76-a249-4689-8b51-c86ee4750c41" providerId="ADAL" clId="{290A16EF-DBC1-43DC-8844-B413AF115B77}" dt="2024-10-30T00:10:42.937" v="2259" actId="404"/>
          <ac:spMkLst>
            <pc:docMk/>
            <pc:sldMk cId="2367676559" sldId="280"/>
            <ac:spMk id="2" creationId="{00000000-0000-0000-0000-000000000000}"/>
          </ac:spMkLst>
        </pc:spChg>
      </pc:sldChg>
      <pc:sldChg chg="addSp delSp modSp add mod">
        <pc:chgData name="Nupur Mohapatra" userId="b9771a76-a249-4689-8b51-c86ee4750c41" providerId="ADAL" clId="{290A16EF-DBC1-43DC-8844-B413AF115B77}" dt="2024-10-30T02:50:18.730" v="2679" actId="1035"/>
        <pc:sldMkLst>
          <pc:docMk/>
          <pc:sldMk cId="1395366015" sldId="281"/>
        </pc:sldMkLst>
        <pc:spChg chg="add del mod">
          <ac:chgData name="Nupur Mohapatra" userId="b9771a76-a249-4689-8b51-c86ee4750c41" providerId="ADAL" clId="{290A16EF-DBC1-43DC-8844-B413AF115B77}" dt="2024-10-29T23:48:23.960" v="2128" actId="478"/>
          <ac:spMkLst>
            <pc:docMk/>
            <pc:sldMk cId="1395366015" sldId="281"/>
            <ac:spMk id="2" creationId="{D8D35C7E-B359-49FF-4876-4BD778A1DCE5}"/>
          </ac:spMkLst>
        </pc:spChg>
        <pc:spChg chg="del">
          <ac:chgData name="Nupur Mohapatra" userId="b9771a76-a249-4689-8b51-c86ee4750c41" providerId="ADAL" clId="{290A16EF-DBC1-43DC-8844-B413AF115B77}" dt="2024-10-29T23:46:12.942" v="2113" actId="478"/>
          <ac:spMkLst>
            <pc:docMk/>
            <pc:sldMk cId="1395366015" sldId="281"/>
            <ac:spMk id="3" creationId="{71DF4932-738A-78BE-F053-13F40B5C665A}"/>
          </ac:spMkLst>
        </pc:spChg>
        <pc:spChg chg="del">
          <ac:chgData name="Nupur Mohapatra" userId="b9771a76-a249-4689-8b51-c86ee4750c41" providerId="ADAL" clId="{290A16EF-DBC1-43DC-8844-B413AF115B77}" dt="2024-10-29T23:46:12.942" v="2113" actId="478"/>
          <ac:spMkLst>
            <pc:docMk/>
            <pc:sldMk cId="1395366015" sldId="281"/>
            <ac:spMk id="4" creationId="{557C3670-5D28-F831-8DA1-4A699BAE4590}"/>
          </ac:spMkLst>
        </pc:spChg>
        <pc:spChg chg="del">
          <ac:chgData name="Nupur Mohapatra" userId="b9771a76-a249-4689-8b51-c86ee4750c41" providerId="ADAL" clId="{290A16EF-DBC1-43DC-8844-B413AF115B77}" dt="2024-10-29T23:46:12.942" v="2113" actId="478"/>
          <ac:spMkLst>
            <pc:docMk/>
            <pc:sldMk cId="1395366015" sldId="281"/>
            <ac:spMk id="5" creationId="{621E9F27-E0DB-81E6-B079-1F4A5F14AF5D}"/>
          </ac:spMkLst>
        </pc:spChg>
        <pc:spChg chg="add del mod">
          <ac:chgData name="Nupur Mohapatra" userId="b9771a76-a249-4689-8b51-c86ee4750c41" providerId="ADAL" clId="{290A16EF-DBC1-43DC-8844-B413AF115B77}" dt="2024-10-29T23:48:37.583" v="2132" actId="478"/>
          <ac:spMkLst>
            <pc:docMk/>
            <pc:sldMk cId="1395366015" sldId="281"/>
            <ac:spMk id="6" creationId="{53D4A558-A155-03BA-ACB3-51C44411697B}"/>
          </ac:spMkLst>
        </pc:spChg>
        <pc:spChg chg="add del mod">
          <ac:chgData name="Nupur Mohapatra" userId="b9771a76-a249-4689-8b51-c86ee4750c41" providerId="ADAL" clId="{290A16EF-DBC1-43DC-8844-B413AF115B77}" dt="2024-10-29T23:48:23.960" v="2128" actId="478"/>
          <ac:spMkLst>
            <pc:docMk/>
            <pc:sldMk cId="1395366015" sldId="281"/>
            <ac:spMk id="7" creationId="{2E877D40-52C7-E7B8-21B2-81BFB8A820A8}"/>
          </ac:spMkLst>
        </pc:spChg>
        <pc:spChg chg="add del mod">
          <ac:chgData name="Nupur Mohapatra" userId="b9771a76-a249-4689-8b51-c86ee4750c41" providerId="ADAL" clId="{290A16EF-DBC1-43DC-8844-B413AF115B77}" dt="2024-10-29T23:48:37.583" v="2132" actId="478"/>
          <ac:spMkLst>
            <pc:docMk/>
            <pc:sldMk cId="1395366015" sldId="281"/>
            <ac:spMk id="8" creationId="{9C514069-9EF4-02DA-33E0-82706282F3D5}"/>
          </ac:spMkLst>
        </pc:spChg>
        <pc:spChg chg="add del mod">
          <ac:chgData name="Nupur Mohapatra" userId="b9771a76-a249-4689-8b51-c86ee4750c41" providerId="ADAL" clId="{290A16EF-DBC1-43DC-8844-B413AF115B77}" dt="2024-10-29T23:48:23.960" v="2128" actId="478"/>
          <ac:spMkLst>
            <pc:docMk/>
            <pc:sldMk cId="1395366015" sldId="281"/>
            <ac:spMk id="9" creationId="{BA921EDA-03B5-9E55-0B98-DB712401303D}"/>
          </ac:spMkLst>
        </pc:spChg>
        <pc:spChg chg="add mod">
          <ac:chgData name="Nupur Mohapatra" userId="b9771a76-a249-4689-8b51-c86ee4750c41" providerId="ADAL" clId="{290A16EF-DBC1-43DC-8844-B413AF115B77}" dt="2024-10-29T23:46:36.278" v="2117"/>
          <ac:spMkLst>
            <pc:docMk/>
            <pc:sldMk cId="1395366015" sldId="281"/>
            <ac:spMk id="18" creationId="{F197CFDA-DF5E-5921-0705-E83F577FE521}"/>
          </ac:spMkLst>
        </pc:spChg>
        <pc:spChg chg="add mod">
          <ac:chgData name="Nupur Mohapatra" userId="b9771a76-a249-4689-8b51-c86ee4750c41" providerId="ADAL" clId="{290A16EF-DBC1-43DC-8844-B413AF115B77}" dt="2024-10-29T23:46:36.278" v="2117"/>
          <ac:spMkLst>
            <pc:docMk/>
            <pc:sldMk cId="1395366015" sldId="281"/>
            <ac:spMk id="19" creationId="{DF613FCF-8B75-2422-24E4-05ACC838B209}"/>
          </ac:spMkLst>
        </pc:spChg>
        <pc:spChg chg="del">
          <ac:chgData name="Nupur Mohapatra" userId="b9771a76-a249-4689-8b51-c86ee4750c41" providerId="ADAL" clId="{290A16EF-DBC1-43DC-8844-B413AF115B77}" dt="2024-10-29T23:46:12.942" v="2113" actId="478"/>
          <ac:spMkLst>
            <pc:docMk/>
            <pc:sldMk cId="1395366015" sldId="281"/>
            <ac:spMk id="22" creationId="{2355E5D3-EC23-1444-795C-5B098340DB9A}"/>
          </ac:spMkLst>
        </pc:spChg>
        <pc:spChg chg="del">
          <ac:chgData name="Nupur Mohapatra" userId="b9771a76-a249-4689-8b51-c86ee4750c41" providerId="ADAL" clId="{290A16EF-DBC1-43DC-8844-B413AF115B77}" dt="2024-10-29T23:46:12.942" v="2113" actId="478"/>
          <ac:spMkLst>
            <pc:docMk/>
            <pc:sldMk cId="1395366015" sldId="281"/>
            <ac:spMk id="23" creationId="{F023C076-36C0-013E-92E0-3302D9DA3755}"/>
          </ac:spMkLst>
        </pc:spChg>
        <pc:spChg chg="del">
          <ac:chgData name="Nupur Mohapatra" userId="b9771a76-a249-4689-8b51-c86ee4750c41" providerId="ADAL" clId="{290A16EF-DBC1-43DC-8844-B413AF115B77}" dt="2024-10-29T23:46:12.942" v="2113" actId="478"/>
          <ac:spMkLst>
            <pc:docMk/>
            <pc:sldMk cId="1395366015" sldId="281"/>
            <ac:spMk id="24" creationId="{640C7321-CFD0-830D-E364-81B8B7D553DA}"/>
          </ac:spMkLst>
        </pc:spChg>
        <pc:spChg chg="add mod">
          <ac:chgData name="Nupur Mohapatra" userId="b9771a76-a249-4689-8b51-c86ee4750c41" providerId="ADAL" clId="{290A16EF-DBC1-43DC-8844-B413AF115B77}" dt="2024-10-29T23:53:20.324" v="2140" actId="20577"/>
          <ac:spMkLst>
            <pc:docMk/>
            <pc:sldMk cId="1395366015" sldId="281"/>
            <ac:spMk id="25" creationId="{41DCA9D6-E26C-D012-B838-956DD44EEF73}"/>
          </ac:spMkLst>
        </pc:spChg>
        <pc:spChg chg="add mod">
          <ac:chgData name="Nupur Mohapatra" userId="b9771a76-a249-4689-8b51-c86ee4750c41" providerId="ADAL" clId="{290A16EF-DBC1-43DC-8844-B413AF115B77}" dt="2024-10-29T23:57:31.415" v="2217" actId="208"/>
          <ac:spMkLst>
            <pc:docMk/>
            <pc:sldMk cId="1395366015" sldId="281"/>
            <ac:spMk id="28" creationId="{316C3328-7E2B-A11F-D23B-39B7340763EE}"/>
          </ac:spMkLst>
        </pc:spChg>
        <pc:spChg chg="del">
          <ac:chgData name="Nupur Mohapatra" userId="b9771a76-a249-4689-8b51-c86ee4750c41" providerId="ADAL" clId="{290A16EF-DBC1-43DC-8844-B413AF115B77}" dt="2024-10-29T23:46:12.942" v="2113" actId="478"/>
          <ac:spMkLst>
            <pc:docMk/>
            <pc:sldMk cId="1395366015" sldId="281"/>
            <ac:spMk id="29" creationId="{9729CC94-7F74-53E5-130F-175F5805404E}"/>
          </ac:spMkLst>
        </pc:spChg>
        <pc:spChg chg="del">
          <ac:chgData name="Nupur Mohapatra" userId="b9771a76-a249-4689-8b51-c86ee4750c41" providerId="ADAL" clId="{290A16EF-DBC1-43DC-8844-B413AF115B77}" dt="2024-10-29T23:46:12.942" v="2113" actId="478"/>
          <ac:spMkLst>
            <pc:docMk/>
            <pc:sldMk cId="1395366015" sldId="281"/>
            <ac:spMk id="30" creationId="{1A90F72B-3385-B259-E3AE-DC46BF474000}"/>
          </ac:spMkLst>
        </pc:spChg>
        <pc:spChg chg="del">
          <ac:chgData name="Nupur Mohapatra" userId="b9771a76-a249-4689-8b51-c86ee4750c41" providerId="ADAL" clId="{290A16EF-DBC1-43DC-8844-B413AF115B77}" dt="2024-10-29T23:46:12.942" v="2113" actId="478"/>
          <ac:spMkLst>
            <pc:docMk/>
            <pc:sldMk cId="1395366015" sldId="281"/>
            <ac:spMk id="31" creationId="{ECC5241F-C979-A299-D656-BAF8B2C1647B}"/>
          </ac:spMkLst>
        </pc:spChg>
        <pc:spChg chg="del">
          <ac:chgData name="Nupur Mohapatra" userId="b9771a76-a249-4689-8b51-c86ee4750c41" providerId="ADAL" clId="{290A16EF-DBC1-43DC-8844-B413AF115B77}" dt="2024-10-29T23:46:16.073" v="2114" actId="478"/>
          <ac:spMkLst>
            <pc:docMk/>
            <pc:sldMk cId="1395366015" sldId="281"/>
            <ac:spMk id="32" creationId="{91652277-051C-4E9F-48BC-03E3593C5907}"/>
          </ac:spMkLst>
        </pc:spChg>
        <pc:spChg chg="add mod">
          <ac:chgData name="Nupur Mohapatra" userId="b9771a76-a249-4689-8b51-c86ee4750c41" providerId="ADAL" clId="{290A16EF-DBC1-43DC-8844-B413AF115B77}" dt="2024-10-30T02:50:18.730" v="2679" actId="1035"/>
          <ac:spMkLst>
            <pc:docMk/>
            <pc:sldMk cId="1395366015" sldId="281"/>
            <ac:spMk id="34" creationId="{2721813C-1A63-10CF-5F8F-1DFECE63BF72}"/>
          </ac:spMkLst>
        </pc:spChg>
        <pc:spChg chg="add mod">
          <ac:chgData name="Nupur Mohapatra" userId="b9771a76-a249-4689-8b51-c86ee4750c41" providerId="ADAL" clId="{290A16EF-DBC1-43DC-8844-B413AF115B77}" dt="2024-10-29T23:57:54.841" v="2226" actId="1036"/>
          <ac:spMkLst>
            <pc:docMk/>
            <pc:sldMk cId="1395366015" sldId="281"/>
            <ac:spMk id="36" creationId="{B04778CE-AD4F-EC41-0F9E-AA669BED883A}"/>
          </ac:spMkLst>
        </pc:spChg>
        <pc:spChg chg="add mod">
          <ac:chgData name="Nupur Mohapatra" userId="b9771a76-a249-4689-8b51-c86ee4750c41" providerId="ADAL" clId="{290A16EF-DBC1-43DC-8844-B413AF115B77}" dt="2024-10-30T02:21:58.886" v="2346" actId="1038"/>
          <ac:spMkLst>
            <pc:docMk/>
            <pc:sldMk cId="1395366015" sldId="281"/>
            <ac:spMk id="38" creationId="{44F27EA8-6DDA-CDBA-D1EA-579D8CFBA466}"/>
          </ac:spMkLst>
        </pc:spChg>
        <pc:spChg chg="add mod">
          <ac:chgData name="Nupur Mohapatra" userId="b9771a76-a249-4689-8b51-c86ee4750c41" providerId="ADAL" clId="{290A16EF-DBC1-43DC-8844-B413AF115B77}" dt="2024-10-30T02:50:14.213" v="2678" actId="20577"/>
          <ac:spMkLst>
            <pc:docMk/>
            <pc:sldMk cId="1395366015" sldId="281"/>
            <ac:spMk id="40" creationId="{8B8409D5-24C6-56CD-18EB-E7E0B5117B8A}"/>
          </ac:spMkLst>
        </pc:spChg>
        <pc:spChg chg="del">
          <ac:chgData name="Nupur Mohapatra" userId="b9771a76-a249-4689-8b51-c86ee4750c41" providerId="ADAL" clId="{290A16EF-DBC1-43DC-8844-B413AF115B77}" dt="2024-10-29T23:46:12.942" v="2113" actId="478"/>
          <ac:spMkLst>
            <pc:docMk/>
            <pc:sldMk cId="1395366015" sldId="281"/>
            <ac:spMk id="41" creationId="{A8FFBA31-0A93-0F57-2C31-C03A9C25671A}"/>
          </ac:spMkLst>
        </pc:spChg>
        <pc:spChg chg="add del">
          <ac:chgData name="Nupur Mohapatra" userId="b9771a76-a249-4689-8b51-c86ee4750c41" providerId="ADAL" clId="{290A16EF-DBC1-43DC-8844-B413AF115B77}" dt="2024-10-29T23:47:25.648" v="2123" actId="22"/>
          <ac:spMkLst>
            <pc:docMk/>
            <pc:sldMk cId="1395366015" sldId="281"/>
            <ac:spMk id="44" creationId="{E578E15D-C17E-F567-ED47-C19FB4897249}"/>
          </ac:spMkLst>
        </pc:spChg>
        <pc:spChg chg="add mod">
          <ac:chgData name="Nupur Mohapatra" userId="b9771a76-a249-4689-8b51-c86ee4750c41" providerId="ADAL" clId="{290A16EF-DBC1-43DC-8844-B413AF115B77}" dt="2024-10-30T02:23:07.167" v="2409" actId="20577"/>
          <ac:spMkLst>
            <pc:docMk/>
            <pc:sldMk cId="1395366015" sldId="281"/>
            <ac:spMk id="46" creationId="{B4EFA1CF-32D5-08E9-4601-30A35CEBB490}"/>
          </ac:spMkLst>
        </pc:spChg>
        <pc:spChg chg="add mod">
          <ac:chgData name="Nupur Mohapatra" userId="b9771a76-a249-4689-8b51-c86ee4750c41" providerId="ADAL" clId="{290A16EF-DBC1-43DC-8844-B413AF115B77}" dt="2024-10-29T23:47:48.671" v="2126"/>
          <ac:spMkLst>
            <pc:docMk/>
            <pc:sldMk cId="1395366015" sldId="281"/>
            <ac:spMk id="48" creationId="{8D042556-55A3-6AD4-7AFE-838D1D047345}"/>
          </ac:spMkLst>
        </pc:spChg>
        <pc:spChg chg="add mod">
          <ac:chgData name="Nupur Mohapatra" userId="b9771a76-a249-4689-8b51-c86ee4750c41" providerId="ADAL" clId="{290A16EF-DBC1-43DC-8844-B413AF115B77}" dt="2024-10-29T23:55:52.713" v="2153" actId="113"/>
          <ac:spMkLst>
            <pc:docMk/>
            <pc:sldMk cId="1395366015" sldId="281"/>
            <ac:spMk id="50" creationId="{75549B26-B197-16F8-0A5D-E82F032ACEF4}"/>
          </ac:spMkLst>
        </pc:spChg>
        <pc:spChg chg="add mod">
          <ac:chgData name="Nupur Mohapatra" userId="b9771a76-a249-4689-8b51-c86ee4750c41" providerId="ADAL" clId="{290A16EF-DBC1-43DC-8844-B413AF115B77}" dt="2024-10-29T23:56:06.798" v="2167" actId="20577"/>
          <ac:spMkLst>
            <pc:docMk/>
            <pc:sldMk cId="1395366015" sldId="281"/>
            <ac:spMk id="52" creationId="{261AF199-4A44-73E7-7E8E-4997BA4CC9C7}"/>
          </ac:spMkLst>
        </pc:spChg>
        <pc:spChg chg="add mod">
          <ac:chgData name="Nupur Mohapatra" userId="b9771a76-a249-4689-8b51-c86ee4750c41" providerId="ADAL" clId="{290A16EF-DBC1-43DC-8844-B413AF115B77}" dt="2024-10-29T23:56:26.785" v="2191" actId="20577"/>
          <ac:spMkLst>
            <pc:docMk/>
            <pc:sldMk cId="1395366015" sldId="281"/>
            <ac:spMk id="54" creationId="{BF80DD9C-3BDB-8F50-43BE-215620C088A0}"/>
          </ac:spMkLst>
        </pc:spChg>
        <pc:spChg chg="add mod">
          <ac:chgData name="Nupur Mohapatra" userId="b9771a76-a249-4689-8b51-c86ee4750c41" providerId="ADAL" clId="{290A16EF-DBC1-43DC-8844-B413AF115B77}" dt="2024-10-29T23:56:40.157" v="2211" actId="20577"/>
          <ac:spMkLst>
            <pc:docMk/>
            <pc:sldMk cId="1395366015" sldId="281"/>
            <ac:spMk id="56" creationId="{7032DC7F-40A9-B875-C583-F5A4640E7652}"/>
          </ac:spMkLst>
        </pc:spChg>
        <pc:spChg chg="del">
          <ac:chgData name="Nupur Mohapatra" userId="b9771a76-a249-4689-8b51-c86ee4750c41" providerId="ADAL" clId="{290A16EF-DBC1-43DC-8844-B413AF115B77}" dt="2024-10-29T23:46:12.942" v="2113" actId="478"/>
          <ac:spMkLst>
            <pc:docMk/>
            <pc:sldMk cId="1395366015" sldId="281"/>
            <ac:spMk id="57" creationId="{A2040E72-DD99-95E6-8FE8-942799FBC09C}"/>
          </ac:spMkLst>
        </pc:spChg>
        <pc:spChg chg="del">
          <ac:chgData name="Nupur Mohapatra" userId="b9771a76-a249-4689-8b51-c86ee4750c41" providerId="ADAL" clId="{290A16EF-DBC1-43DC-8844-B413AF115B77}" dt="2024-10-29T23:46:12.942" v="2113" actId="478"/>
          <ac:spMkLst>
            <pc:docMk/>
            <pc:sldMk cId="1395366015" sldId="281"/>
            <ac:spMk id="75" creationId="{CAC2C9CD-72B6-1250-36F0-07F118DE491A}"/>
          </ac:spMkLst>
        </pc:spChg>
        <pc:spChg chg="del">
          <ac:chgData name="Nupur Mohapatra" userId="b9771a76-a249-4689-8b51-c86ee4750c41" providerId="ADAL" clId="{290A16EF-DBC1-43DC-8844-B413AF115B77}" dt="2024-10-29T23:46:12.942" v="2113" actId="478"/>
          <ac:spMkLst>
            <pc:docMk/>
            <pc:sldMk cId="1395366015" sldId="281"/>
            <ac:spMk id="93" creationId="{8248EA58-952A-060F-A2EC-CFFF56119A79}"/>
          </ac:spMkLst>
        </pc:spChg>
        <pc:graphicFrameChg chg="del">
          <ac:chgData name="Nupur Mohapatra" userId="b9771a76-a249-4689-8b51-c86ee4750c41" providerId="ADAL" clId="{290A16EF-DBC1-43DC-8844-B413AF115B77}" dt="2024-10-29T23:46:12.942" v="2113" actId="478"/>
          <ac:graphicFrameMkLst>
            <pc:docMk/>
            <pc:sldMk cId="1395366015" sldId="281"/>
            <ac:graphicFrameMk id="13" creationId="{2767E417-7E91-15C9-7862-7AE62F75B85F}"/>
          </ac:graphicFrameMkLst>
        </pc:graphicFrameChg>
        <pc:graphicFrameChg chg="del">
          <ac:chgData name="Nupur Mohapatra" userId="b9771a76-a249-4689-8b51-c86ee4750c41" providerId="ADAL" clId="{290A16EF-DBC1-43DC-8844-B413AF115B77}" dt="2024-10-29T23:46:12.942" v="2113" actId="478"/>
          <ac:graphicFrameMkLst>
            <pc:docMk/>
            <pc:sldMk cId="1395366015" sldId="281"/>
            <ac:graphicFrameMk id="43" creationId="{65B043EC-47B6-837C-5650-DA20F53F5BEC}"/>
          </ac:graphicFrameMkLst>
        </pc:graphicFrameChg>
        <pc:graphicFrameChg chg="del">
          <ac:chgData name="Nupur Mohapatra" userId="b9771a76-a249-4689-8b51-c86ee4750c41" providerId="ADAL" clId="{290A16EF-DBC1-43DC-8844-B413AF115B77}" dt="2024-10-29T23:46:12.942" v="2113" actId="478"/>
          <ac:graphicFrameMkLst>
            <pc:docMk/>
            <pc:sldMk cId="1395366015" sldId="281"/>
            <ac:graphicFrameMk id="61" creationId="{AF0F3CF5-6AAB-A389-915A-F36CB96DF649}"/>
          </ac:graphicFrameMkLst>
        </pc:graphicFrameChg>
        <pc:graphicFrameChg chg="del">
          <ac:chgData name="Nupur Mohapatra" userId="b9771a76-a249-4689-8b51-c86ee4750c41" providerId="ADAL" clId="{290A16EF-DBC1-43DC-8844-B413AF115B77}" dt="2024-10-29T23:46:12.942" v="2113" actId="478"/>
          <ac:graphicFrameMkLst>
            <pc:docMk/>
            <pc:sldMk cId="1395366015" sldId="281"/>
            <ac:graphicFrameMk id="79" creationId="{67351001-785B-53E0-6D14-A33EF75D9523}"/>
          </ac:graphicFrameMkLst>
        </pc:graphicFrameChg>
        <pc:picChg chg="add mod">
          <ac:chgData name="Nupur Mohapatra" userId="b9771a76-a249-4689-8b51-c86ee4750c41" providerId="ADAL" clId="{290A16EF-DBC1-43DC-8844-B413AF115B77}" dt="2024-10-29T23:58:07.458" v="2241" actId="1035"/>
          <ac:picMkLst>
            <pc:docMk/>
            <pc:sldMk cId="1395366015" sldId="281"/>
            <ac:picMk id="10" creationId="{BB794841-1A1D-22EE-A4A1-0C8103AAB150}"/>
          </ac:picMkLst>
        </pc:picChg>
        <pc:picChg chg="add mod">
          <ac:chgData name="Nupur Mohapatra" userId="b9771a76-a249-4689-8b51-c86ee4750c41" providerId="ADAL" clId="{290A16EF-DBC1-43DC-8844-B413AF115B77}" dt="2024-10-29T23:58:07.458" v="2241" actId="1035"/>
          <ac:picMkLst>
            <pc:docMk/>
            <pc:sldMk cId="1395366015" sldId="281"/>
            <ac:picMk id="11" creationId="{7A05371D-3753-26FF-453E-472F8825D132}"/>
          </ac:picMkLst>
        </pc:picChg>
        <pc:picChg chg="add mod">
          <ac:chgData name="Nupur Mohapatra" userId="b9771a76-a249-4689-8b51-c86ee4750c41" providerId="ADAL" clId="{290A16EF-DBC1-43DC-8844-B413AF115B77}" dt="2024-10-29T23:58:07.458" v="2241" actId="1035"/>
          <ac:picMkLst>
            <pc:docMk/>
            <pc:sldMk cId="1395366015" sldId="281"/>
            <ac:picMk id="12" creationId="{0E51360F-AFC2-C789-AFF8-B263DCFA7A31}"/>
          </ac:picMkLst>
        </pc:picChg>
        <pc:picChg chg="add mod">
          <ac:chgData name="Nupur Mohapatra" userId="b9771a76-a249-4689-8b51-c86ee4750c41" providerId="ADAL" clId="{290A16EF-DBC1-43DC-8844-B413AF115B77}" dt="2024-10-29T23:58:07.458" v="2241" actId="1035"/>
          <ac:picMkLst>
            <pc:docMk/>
            <pc:sldMk cId="1395366015" sldId="281"/>
            <ac:picMk id="14" creationId="{45841897-2B85-57C9-EE61-A1B3121523A4}"/>
          </ac:picMkLst>
        </pc:picChg>
        <pc:picChg chg="del">
          <ac:chgData name="Nupur Mohapatra" userId="b9771a76-a249-4689-8b51-c86ee4750c41" providerId="ADAL" clId="{290A16EF-DBC1-43DC-8844-B413AF115B77}" dt="2024-10-29T23:46:12.942" v="2113" actId="478"/>
          <ac:picMkLst>
            <pc:docMk/>
            <pc:sldMk cId="1395366015" sldId="281"/>
            <ac:picMk id="15" creationId="{65652067-8333-6CD3-A73F-0497ABA136D1}"/>
          </ac:picMkLst>
        </pc:picChg>
        <pc:picChg chg="del">
          <ac:chgData name="Nupur Mohapatra" userId="b9771a76-a249-4689-8b51-c86ee4750c41" providerId="ADAL" clId="{290A16EF-DBC1-43DC-8844-B413AF115B77}" dt="2024-10-29T23:46:12.942" v="2113" actId="478"/>
          <ac:picMkLst>
            <pc:docMk/>
            <pc:sldMk cId="1395366015" sldId="281"/>
            <ac:picMk id="17" creationId="{5265E4FB-B07B-D58B-066D-7219EA1DF3F8}"/>
          </ac:picMkLst>
        </pc:picChg>
        <pc:picChg chg="add del mod">
          <ac:chgData name="Nupur Mohapatra" userId="b9771a76-a249-4689-8b51-c86ee4750c41" providerId="ADAL" clId="{290A16EF-DBC1-43DC-8844-B413AF115B77}" dt="2024-10-29T23:47:02.473" v="2120" actId="478"/>
          <ac:picMkLst>
            <pc:docMk/>
            <pc:sldMk cId="1395366015" sldId="281"/>
            <ac:picMk id="26" creationId="{C4C091EC-D9DA-3A5C-A84D-A95CD86F4BA3}"/>
          </ac:picMkLst>
        </pc:picChg>
        <pc:picChg chg="add del mod">
          <ac:chgData name="Nupur Mohapatra" userId="b9771a76-a249-4689-8b51-c86ee4750c41" providerId="ADAL" clId="{290A16EF-DBC1-43DC-8844-B413AF115B77}" dt="2024-10-29T23:47:04.388" v="2121" actId="478"/>
          <ac:picMkLst>
            <pc:docMk/>
            <pc:sldMk cId="1395366015" sldId="281"/>
            <ac:picMk id="27" creationId="{356876C6-5464-C24A-3881-8D1E329F94E7}"/>
          </ac:picMkLst>
        </pc:picChg>
        <pc:picChg chg="del">
          <ac:chgData name="Nupur Mohapatra" userId="b9771a76-a249-4689-8b51-c86ee4750c41" providerId="ADAL" clId="{290A16EF-DBC1-43DC-8844-B413AF115B77}" dt="2024-10-29T23:46:12.942" v="2113" actId="478"/>
          <ac:picMkLst>
            <pc:docMk/>
            <pc:sldMk cId="1395366015" sldId="281"/>
            <ac:picMk id="33" creationId="{995A0DB5-A5B2-364C-70CC-7B57B3E58402}"/>
          </ac:picMkLst>
        </pc:picChg>
        <pc:picChg chg="del">
          <ac:chgData name="Nupur Mohapatra" userId="b9771a76-a249-4689-8b51-c86ee4750c41" providerId="ADAL" clId="{290A16EF-DBC1-43DC-8844-B413AF115B77}" dt="2024-10-29T23:46:12.942" v="2113" actId="478"/>
          <ac:picMkLst>
            <pc:docMk/>
            <pc:sldMk cId="1395366015" sldId="281"/>
            <ac:picMk id="35" creationId="{13F9E991-7076-72E1-C152-F213299D5A9A}"/>
          </ac:picMkLst>
        </pc:picChg>
        <pc:picChg chg="del">
          <ac:chgData name="Nupur Mohapatra" userId="b9771a76-a249-4689-8b51-c86ee4750c41" providerId="ADAL" clId="{290A16EF-DBC1-43DC-8844-B413AF115B77}" dt="2024-10-29T23:46:12.942" v="2113" actId="478"/>
          <ac:picMkLst>
            <pc:docMk/>
            <pc:sldMk cId="1395366015" sldId="281"/>
            <ac:picMk id="37" creationId="{F25DB5A6-8D52-14E2-F5D0-BD438AED020D}"/>
          </ac:picMkLst>
        </pc:picChg>
        <pc:picChg chg="del">
          <ac:chgData name="Nupur Mohapatra" userId="b9771a76-a249-4689-8b51-c86ee4750c41" providerId="ADAL" clId="{290A16EF-DBC1-43DC-8844-B413AF115B77}" dt="2024-10-29T23:46:12.942" v="2113" actId="478"/>
          <ac:picMkLst>
            <pc:docMk/>
            <pc:sldMk cId="1395366015" sldId="281"/>
            <ac:picMk id="39" creationId="{C33292A7-51DC-A26B-8795-15F22D65AB03}"/>
          </ac:picMkLst>
        </pc:picChg>
        <pc:picChg chg="del">
          <ac:chgData name="Nupur Mohapatra" userId="b9771a76-a249-4689-8b51-c86ee4750c41" providerId="ADAL" clId="{290A16EF-DBC1-43DC-8844-B413AF115B77}" dt="2024-10-29T23:46:12.942" v="2113" actId="478"/>
          <ac:picMkLst>
            <pc:docMk/>
            <pc:sldMk cId="1395366015" sldId="281"/>
            <ac:picMk id="45" creationId="{CA2C8F4A-B147-8372-82D6-5FEA2FCA156B}"/>
          </ac:picMkLst>
        </pc:picChg>
        <pc:picChg chg="del">
          <ac:chgData name="Nupur Mohapatra" userId="b9771a76-a249-4689-8b51-c86ee4750c41" providerId="ADAL" clId="{290A16EF-DBC1-43DC-8844-B413AF115B77}" dt="2024-10-29T23:46:12.942" v="2113" actId="478"/>
          <ac:picMkLst>
            <pc:docMk/>
            <pc:sldMk cId="1395366015" sldId="281"/>
            <ac:picMk id="47" creationId="{1A98FB3A-D098-AA59-DEBB-D39AC27EEAE9}"/>
          </ac:picMkLst>
        </pc:picChg>
        <pc:picChg chg="del">
          <ac:chgData name="Nupur Mohapatra" userId="b9771a76-a249-4689-8b51-c86ee4750c41" providerId="ADAL" clId="{290A16EF-DBC1-43DC-8844-B413AF115B77}" dt="2024-10-29T23:46:12.942" v="2113" actId="478"/>
          <ac:picMkLst>
            <pc:docMk/>
            <pc:sldMk cId="1395366015" sldId="281"/>
            <ac:picMk id="49" creationId="{07338F49-67FD-E3AD-CE24-046A0DC8DA72}"/>
          </ac:picMkLst>
        </pc:picChg>
        <pc:picChg chg="del">
          <ac:chgData name="Nupur Mohapatra" userId="b9771a76-a249-4689-8b51-c86ee4750c41" providerId="ADAL" clId="{290A16EF-DBC1-43DC-8844-B413AF115B77}" dt="2024-10-29T23:46:12.942" v="2113" actId="478"/>
          <ac:picMkLst>
            <pc:docMk/>
            <pc:sldMk cId="1395366015" sldId="281"/>
            <ac:picMk id="51" creationId="{7003B286-8C10-4A27-8AC2-9AB84944400C}"/>
          </ac:picMkLst>
        </pc:picChg>
        <pc:picChg chg="del">
          <ac:chgData name="Nupur Mohapatra" userId="b9771a76-a249-4689-8b51-c86ee4750c41" providerId="ADAL" clId="{290A16EF-DBC1-43DC-8844-B413AF115B77}" dt="2024-10-29T23:46:12.942" v="2113" actId="478"/>
          <ac:picMkLst>
            <pc:docMk/>
            <pc:sldMk cId="1395366015" sldId="281"/>
            <ac:picMk id="53" creationId="{DDF95C62-038A-F5C8-E95D-52EF1EA236AB}"/>
          </ac:picMkLst>
        </pc:picChg>
        <pc:picChg chg="del">
          <ac:chgData name="Nupur Mohapatra" userId="b9771a76-a249-4689-8b51-c86ee4750c41" providerId="ADAL" clId="{290A16EF-DBC1-43DC-8844-B413AF115B77}" dt="2024-10-29T23:46:12.942" v="2113" actId="478"/>
          <ac:picMkLst>
            <pc:docMk/>
            <pc:sldMk cId="1395366015" sldId="281"/>
            <ac:picMk id="55" creationId="{41C7A1F4-FBC2-CCD7-1D1E-04B4F586202F}"/>
          </ac:picMkLst>
        </pc:picChg>
        <pc:picChg chg="del">
          <ac:chgData name="Nupur Mohapatra" userId="b9771a76-a249-4689-8b51-c86ee4750c41" providerId="ADAL" clId="{290A16EF-DBC1-43DC-8844-B413AF115B77}" dt="2024-10-29T23:46:12.942" v="2113" actId="478"/>
          <ac:picMkLst>
            <pc:docMk/>
            <pc:sldMk cId="1395366015" sldId="281"/>
            <ac:picMk id="63" creationId="{8353C193-ACAB-0738-7DD7-5DE49A97DE87}"/>
          </ac:picMkLst>
        </pc:picChg>
        <pc:picChg chg="del">
          <ac:chgData name="Nupur Mohapatra" userId="b9771a76-a249-4689-8b51-c86ee4750c41" providerId="ADAL" clId="{290A16EF-DBC1-43DC-8844-B413AF115B77}" dt="2024-10-29T23:46:12.942" v="2113" actId="478"/>
          <ac:picMkLst>
            <pc:docMk/>
            <pc:sldMk cId="1395366015" sldId="281"/>
            <ac:picMk id="65" creationId="{A1A82753-8EE5-6443-B84D-99D4F45CC054}"/>
          </ac:picMkLst>
        </pc:picChg>
        <pc:picChg chg="del">
          <ac:chgData name="Nupur Mohapatra" userId="b9771a76-a249-4689-8b51-c86ee4750c41" providerId="ADAL" clId="{290A16EF-DBC1-43DC-8844-B413AF115B77}" dt="2024-10-29T23:46:12.942" v="2113" actId="478"/>
          <ac:picMkLst>
            <pc:docMk/>
            <pc:sldMk cId="1395366015" sldId="281"/>
            <ac:picMk id="67" creationId="{C1511A15-2EC6-5349-B599-3A4659CD5E17}"/>
          </ac:picMkLst>
        </pc:picChg>
        <pc:picChg chg="del">
          <ac:chgData name="Nupur Mohapatra" userId="b9771a76-a249-4689-8b51-c86ee4750c41" providerId="ADAL" clId="{290A16EF-DBC1-43DC-8844-B413AF115B77}" dt="2024-10-29T23:46:12.942" v="2113" actId="478"/>
          <ac:picMkLst>
            <pc:docMk/>
            <pc:sldMk cId="1395366015" sldId="281"/>
            <ac:picMk id="69" creationId="{FDDC476D-9034-199F-598B-1BA90C82A88A}"/>
          </ac:picMkLst>
        </pc:picChg>
        <pc:picChg chg="del">
          <ac:chgData name="Nupur Mohapatra" userId="b9771a76-a249-4689-8b51-c86ee4750c41" providerId="ADAL" clId="{290A16EF-DBC1-43DC-8844-B413AF115B77}" dt="2024-10-29T23:46:12.942" v="2113" actId="478"/>
          <ac:picMkLst>
            <pc:docMk/>
            <pc:sldMk cId="1395366015" sldId="281"/>
            <ac:picMk id="71" creationId="{53F84DA5-8A6D-7BE7-C466-AE93CDB59833}"/>
          </ac:picMkLst>
        </pc:picChg>
        <pc:picChg chg="del">
          <ac:chgData name="Nupur Mohapatra" userId="b9771a76-a249-4689-8b51-c86ee4750c41" providerId="ADAL" clId="{290A16EF-DBC1-43DC-8844-B413AF115B77}" dt="2024-10-29T23:46:12.942" v="2113" actId="478"/>
          <ac:picMkLst>
            <pc:docMk/>
            <pc:sldMk cId="1395366015" sldId="281"/>
            <ac:picMk id="73" creationId="{D4ECC170-19B9-33DC-C288-7B3BFCF327F1}"/>
          </ac:picMkLst>
        </pc:picChg>
        <pc:picChg chg="del">
          <ac:chgData name="Nupur Mohapatra" userId="b9771a76-a249-4689-8b51-c86ee4750c41" providerId="ADAL" clId="{290A16EF-DBC1-43DC-8844-B413AF115B77}" dt="2024-10-29T23:46:12.942" v="2113" actId="478"/>
          <ac:picMkLst>
            <pc:docMk/>
            <pc:sldMk cId="1395366015" sldId="281"/>
            <ac:picMk id="81" creationId="{DDC4561E-61BC-F01B-4167-0F07E99D10E9}"/>
          </ac:picMkLst>
        </pc:picChg>
        <pc:picChg chg="del">
          <ac:chgData name="Nupur Mohapatra" userId="b9771a76-a249-4689-8b51-c86ee4750c41" providerId="ADAL" clId="{290A16EF-DBC1-43DC-8844-B413AF115B77}" dt="2024-10-29T23:46:12.942" v="2113" actId="478"/>
          <ac:picMkLst>
            <pc:docMk/>
            <pc:sldMk cId="1395366015" sldId="281"/>
            <ac:picMk id="83" creationId="{DA2B8FAB-986E-4BB0-1AB3-0E2D3C3CE671}"/>
          </ac:picMkLst>
        </pc:picChg>
        <pc:picChg chg="del">
          <ac:chgData name="Nupur Mohapatra" userId="b9771a76-a249-4689-8b51-c86ee4750c41" providerId="ADAL" clId="{290A16EF-DBC1-43DC-8844-B413AF115B77}" dt="2024-10-29T23:46:12.942" v="2113" actId="478"/>
          <ac:picMkLst>
            <pc:docMk/>
            <pc:sldMk cId="1395366015" sldId="281"/>
            <ac:picMk id="85" creationId="{FFA016F1-C4E4-24E2-FC8D-724B7251D1A7}"/>
          </ac:picMkLst>
        </pc:picChg>
        <pc:picChg chg="del">
          <ac:chgData name="Nupur Mohapatra" userId="b9771a76-a249-4689-8b51-c86ee4750c41" providerId="ADAL" clId="{290A16EF-DBC1-43DC-8844-B413AF115B77}" dt="2024-10-29T23:46:12.942" v="2113" actId="478"/>
          <ac:picMkLst>
            <pc:docMk/>
            <pc:sldMk cId="1395366015" sldId="281"/>
            <ac:picMk id="87" creationId="{22C5F19E-6F8B-BA1E-8806-D287E8DC038D}"/>
          </ac:picMkLst>
        </pc:picChg>
        <pc:picChg chg="del">
          <ac:chgData name="Nupur Mohapatra" userId="b9771a76-a249-4689-8b51-c86ee4750c41" providerId="ADAL" clId="{290A16EF-DBC1-43DC-8844-B413AF115B77}" dt="2024-10-29T23:46:12.942" v="2113" actId="478"/>
          <ac:picMkLst>
            <pc:docMk/>
            <pc:sldMk cId="1395366015" sldId="281"/>
            <ac:picMk id="89" creationId="{FF634A54-7FE6-CA10-9740-5C1197EA2CC4}"/>
          </ac:picMkLst>
        </pc:picChg>
        <pc:picChg chg="del">
          <ac:chgData name="Nupur Mohapatra" userId="b9771a76-a249-4689-8b51-c86ee4750c41" providerId="ADAL" clId="{290A16EF-DBC1-43DC-8844-B413AF115B77}" dt="2024-10-29T23:46:12.942" v="2113" actId="478"/>
          <ac:picMkLst>
            <pc:docMk/>
            <pc:sldMk cId="1395366015" sldId="281"/>
            <ac:picMk id="91" creationId="{6147592D-7966-693D-80F2-099FA91CA6FE}"/>
          </ac:picMkLst>
        </pc:picChg>
        <pc:inkChg chg="add mod">
          <ac:chgData name="Nupur Mohapatra" userId="b9771a76-a249-4689-8b51-c86ee4750c41" providerId="ADAL" clId="{290A16EF-DBC1-43DC-8844-B413AF115B77}" dt="2024-10-29T23:49:05.585" v="2135" actId="1076"/>
          <ac:inkMkLst>
            <pc:docMk/>
            <pc:sldMk cId="1395366015" sldId="281"/>
            <ac:inkMk id="16" creationId="{45FD9DB2-2E90-E87E-84F5-BC895332C530}"/>
          </ac:inkMkLst>
        </pc:inkChg>
        <pc:cxnChg chg="del">
          <ac:chgData name="Nupur Mohapatra" userId="b9771a76-a249-4689-8b51-c86ee4750c41" providerId="ADAL" clId="{290A16EF-DBC1-43DC-8844-B413AF115B77}" dt="2024-10-29T23:46:12.942" v="2113" actId="478"/>
          <ac:cxnSpMkLst>
            <pc:docMk/>
            <pc:sldMk cId="1395366015" sldId="281"/>
            <ac:cxnSpMk id="20" creationId="{32780425-E4FF-A855-DAE7-2716C5EABC39}"/>
          </ac:cxnSpMkLst>
        </pc:cxnChg>
        <pc:cxnChg chg="del">
          <ac:chgData name="Nupur Mohapatra" userId="b9771a76-a249-4689-8b51-c86ee4750c41" providerId="ADAL" clId="{290A16EF-DBC1-43DC-8844-B413AF115B77}" dt="2024-10-29T23:46:12.942" v="2113" actId="478"/>
          <ac:cxnSpMkLst>
            <pc:docMk/>
            <pc:sldMk cId="1395366015" sldId="281"/>
            <ac:cxnSpMk id="21" creationId="{5B9F5B9C-59D4-09B0-4D90-9AFF1BC3AF8A}"/>
          </ac:cxnSpMkLst>
        </pc:cxnChg>
      </pc:sldChg>
      <pc:sldChg chg="modSp mod">
        <pc:chgData name="Nupur Mohapatra" userId="b9771a76-a249-4689-8b51-c86ee4750c41" providerId="ADAL" clId="{290A16EF-DBC1-43DC-8844-B413AF115B77}" dt="2024-10-30T02:52:42.148" v="2703" actId="20577"/>
        <pc:sldMkLst>
          <pc:docMk/>
          <pc:sldMk cId="840640738" sldId="282"/>
        </pc:sldMkLst>
        <pc:spChg chg="mod">
          <ac:chgData name="Nupur Mohapatra" userId="b9771a76-a249-4689-8b51-c86ee4750c41" providerId="ADAL" clId="{290A16EF-DBC1-43DC-8844-B413AF115B77}" dt="2024-10-30T00:10:22.624" v="2258" actId="255"/>
          <ac:spMkLst>
            <pc:docMk/>
            <pc:sldMk cId="840640738" sldId="282"/>
            <ac:spMk id="12" creationId="{7AB14E09-DA50-1954-2E02-AD6229B331AF}"/>
          </ac:spMkLst>
        </pc:spChg>
        <pc:spChg chg="mod">
          <ac:chgData name="Nupur Mohapatra" userId="b9771a76-a249-4689-8b51-c86ee4750c41" providerId="ADAL" clId="{290A16EF-DBC1-43DC-8844-B413AF115B77}" dt="2024-10-30T02:52:42.148" v="2703" actId="20577"/>
          <ac:spMkLst>
            <pc:docMk/>
            <pc:sldMk cId="840640738" sldId="282"/>
            <ac:spMk id="16" creationId="{D090E2F1-8CC6-2CCB-C71B-B99047A5B14E}"/>
          </ac:spMkLst>
        </pc:spChg>
      </pc:sldChg>
      <pc:sldChg chg="addSp delSp modSp add mod">
        <pc:chgData name="Nupur Mohapatra" userId="b9771a76-a249-4689-8b51-c86ee4750c41" providerId="ADAL" clId="{290A16EF-DBC1-43DC-8844-B413AF115B77}" dt="2024-10-30T02:36:41.253" v="2567" actId="1038"/>
        <pc:sldMkLst>
          <pc:docMk/>
          <pc:sldMk cId="2831026968" sldId="283"/>
        </pc:sldMkLst>
        <pc:spChg chg="add mod">
          <ac:chgData name="Nupur Mohapatra" userId="b9771a76-a249-4689-8b51-c86ee4750c41" providerId="ADAL" clId="{290A16EF-DBC1-43DC-8844-B413AF115B77}" dt="2024-10-30T02:36:41.253" v="2567" actId="1038"/>
          <ac:spMkLst>
            <pc:docMk/>
            <pc:sldMk cId="2831026968" sldId="283"/>
            <ac:spMk id="2" creationId="{F1EFD059-BB27-6590-0400-D2D40C9803ED}"/>
          </ac:spMkLst>
        </pc:spChg>
        <pc:spChg chg="add mod">
          <ac:chgData name="Nupur Mohapatra" userId="b9771a76-a249-4689-8b51-c86ee4750c41" providerId="ADAL" clId="{290A16EF-DBC1-43DC-8844-B413AF115B77}" dt="2024-10-30T02:31:15.934" v="2522" actId="404"/>
          <ac:spMkLst>
            <pc:docMk/>
            <pc:sldMk cId="2831026968" sldId="283"/>
            <ac:spMk id="3" creationId="{C135187F-C3F3-E6DA-BC65-E3AC54ABBB4E}"/>
          </ac:spMkLst>
        </pc:spChg>
        <pc:spChg chg="del">
          <ac:chgData name="Nupur Mohapatra" userId="b9771a76-a249-4689-8b51-c86ee4750c41" providerId="ADAL" clId="{290A16EF-DBC1-43DC-8844-B413AF115B77}" dt="2024-10-30T02:29:02.743" v="2470" actId="478"/>
          <ac:spMkLst>
            <pc:docMk/>
            <pc:sldMk cId="2831026968" sldId="283"/>
            <ac:spMk id="16" creationId="{52C30EA9-906B-E62A-0CCB-8789766E449D}"/>
          </ac:spMkLst>
        </pc:spChg>
        <pc:picChg chg="add mod">
          <ac:chgData name="Nupur Mohapatra" userId="b9771a76-a249-4689-8b51-c86ee4750c41" providerId="ADAL" clId="{290A16EF-DBC1-43DC-8844-B413AF115B77}" dt="2024-10-30T02:31:58.828" v="2541" actId="1036"/>
          <ac:picMkLst>
            <pc:docMk/>
            <pc:sldMk cId="2831026968" sldId="283"/>
            <ac:picMk id="1026" creationId="{23666FED-8A8F-FDF4-8E91-56D93B312395}"/>
          </ac:picMkLst>
        </pc:picChg>
      </pc:sldChg>
      <pc:sldChg chg="addSp delSp modSp mod">
        <pc:chgData name="Nupur Mohapatra" userId="b9771a76-a249-4689-8b51-c86ee4750c41" providerId="ADAL" clId="{290A16EF-DBC1-43DC-8844-B413AF115B77}" dt="2024-10-30T02:36:28.654" v="2561" actId="478"/>
        <pc:sldMkLst>
          <pc:docMk/>
          <pc:sldMk cId="2734969732" sldId="284"/>
        </pc:sldMkLst>
        <pc:spChg chg="del">
          <ac:chgData name="Nupur Mohapatra" userId="b9771a76-a249-4689-8b51-c86ee4750c41" providerId="ADAL" clId="{290A16EF-DBC1-43DC-8844-B413AF115B77}" dt="2024-10-30T02:34:25.991" v="2542" actId="478"/>
          <ac:spMkLst>
            <pc:docMk/>
            <pc:sldMk cId="2734969732" sldId="284"/>
            <ac:spMk id="2" creationId="{1D165281-8E8B-BCE8-639D-CAAE2188D285}"/>
          </ac:spMkLst>
        </pc:spChg>
        <pc:spChg chg="del">
          <ac:chgData name="Nupur Mohapatra" userId="b9771a76-a249-4689-8b51-c86ee4750c41" providerId="ADAL" clId="{290A16EF-DBC1-43DC-8844-B413AF115B77}" dt="2024-10-30T02:36:28.654" v="2561" actId="478"/>
          <ac:spMkLst>
            <pc:docMk/>
            <pc:sldMk cId="2734969732" sldId="284"/>
            <ac:spMk id="3" creationId="{98C6DC15-3E3E-F627-EE2B-87FF0D41970B}"/>
          </ac:spMkLst>
        </pc:spChg>
        <pc:spChg chg="add mod">
          <ac:chgData name="Nupur Mohapatra" userId="b9771a76-a249-4689-8b51-c86ee4750c41" providerId="ADAL" clId="{290A16EF-DBC1-43DC-8844-B413AF115B77}" dt="2024-10-30T02:36:23.867" v="2560" actId="113"/>
          <ac:spMkLst>
            <pc:docMk/>
            <pc:sldMk cId="2734969732" sldId="284"/>
            <ac:spMk id="5" creationId="{5E41DB82-9175-813D-B594-888FCA2AEF83}"/>
          </ac:spMkLst>
        </pc:spChg>
        <pc:picChg chg="del">
          <ac:chgData name="Nupur Mohapatra" userId="b9771a76-a249-4689-8b51-c86ee4750c41" providerId="ADAL" clId="{290A16EF-DBC1-43DC-8844-B413AF115B77}" dt="2024-10-30T02:34:25.991" v="2542" actId="478"/>
          <ac:picMkLst>
            <pc:docMk/>
            <pc:sldMk cId="2734969732" sldId="284"/>
            <ac:picMk id="1026" creationId="{AD5F17C2-0620-C0A8-ECEA-FDA913642871}"/>
          </ac:picMkLst>
        </pc:picChg>
        <pc:picChg chg="add mod">
          <ac:chgData name="Nupur Mohapatra" userId="b9771a76-a249-4689-8b51-c86ee4750c41" providerId="ADAL" clId="{290A16EF-DBC1-43DC-8844-B413AF115B77}" dt="2024-10-30T02:35:57.646" v="2554" actId="14100"/>
          <ac:picMkLst>
            <pc:docMk/>
            <pc:sldMk cId="2734969732" sldId="284"/>
            <ac:picMk id="3074" creationId="{66C46DEC-5CB9-2F4C-3974-B1573D308DAF}"/>
          </ac:picMkLst>
        </pc:picChg>
      </pc:sldChg>
      <pc:sldChg chg="add del setBg">
        <pc:chgData name="Nupur Mohapatra" userId="b9771a76-a249-4689-8b51-c86ee4750c41" providerId="ADAL" clId="{290A16EF-DBC1-43DC-8844-B413AF115B77}" dt="2024-10-30T02:34:28.089" v="2544"/>
        <pc:sldMkLst>
          <pc:docMk/>
          <pc:sldMk cId="2511631634" sldId="285"/>
        </pc:sldMkLst>
      </pc:sldChg>
      <pc:sldMasterChg chg="del delSldLayout">
        <pc:chgData name="Nupur Mohapatra" userId="b9771a76-a249-4689-8b51-c86ee4750c41" providerId="ADAL" clId="{290A16EF-DBC1-43DC-8844-B413AF115B77}" dt="2024-10-29T23:49:27.583" v="2139" actId="47"/>
        <pc:sldMasterMkLst>
          <pc:docMk/>
          <pc:sldMasterMk cId="2460954070" sldId="2147483660"/>
        </pc:sldMasterMkLst>
        <pc:sldLayoutChg chg="del">
          <pc:chgData name="Nupur Mohapatra" userId="b9771a76-a249-4689-8b51-c86ee4750c41" providerId="ADAL" clId="{290A16EF-DBC1-43DC-8844-B413AF115B77}" dt="2024-10-29T23:49:27.583" v="2139" actId="47"/>
          <pc:sldLayoutMkLst>
            <pc:docMk/>
            <pc:sldMasterMk cId="2460954070" sldId="2147483660"/>
            <pc:sldLayoutMk cId="2385387890" sldId="2147483661"/>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949138452" sldId="2147483662"/>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2591524520" sldId="2147483663"/>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1203092039" sldId="2147483664"/>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733172339" sldId="2147483665"/>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210312558" sldId="2147483666"/>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146388984" sldId="2147483667"/>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171841454" sldId="2147483668"/>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1718958274" sldId="2147483669"/>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2202905451" sldId="2147483670"/>
          </pc:sldLayoutMkLst>
        </pc:sldLayoutChg>
        <pc:sldLayoutChg chg="del">
          <pc:chgData name="Nupur Mohapatra" userId="b9771a76-a249-4689-8b51-c86ee4750c41" providerId="ADAL" clId="{290A16EF-DBC1-43DC-8844-B413AF115B77}" dt="2024-10-29T23:49:27.583" v="2139" actId="47"/>
          <pc:sldLayoutMkLst>
            <pc:docMk/>
            <pc:sldMasterMk cId="2460954070" sldId="2147483660"/>
            <pc:sldLayoutMk cId="3479445657" sldId="2147483671"/>
          </pc:sldLayoutMkLst>
        </pc:sldLayoutChg>
      </pc:sldMasterChg>
      <pc:sldMasterChg chg="del delSldLayout">
        <pc:chgData name="Nupur Mohapatra" userId="b9771a76-a249-4689-8b51-c86ee4750c41" providerId="ADAL" clId="{290A16EF-DBC1-43DC-8844-B413AF115B77}" dt="2024-10-28T23:09:48.156" v="886" actId="47"/>
        <pc:sldMasterMkLst>
          <pc:docMk/>
          <pc:sldMasterMk cId="3001013564" sldId="2147483684"/>
        </pc:sldMasterMkLst>
        <pc:sldLayoutChg chg="del">
          <pc:chgData name="Nupur Mohapatra" userId="b9771a76-a249-4689-8b51-c86ee4750c41" providerId="ADAL" clId="{290A16EF-DBC1-43DC-8844-B413AF115B77}" dt="2024-10-28T23:09:48.156" v="886" actId="47"/>
          <pc:sldLayoutMkLst>
            <pc:docMk/>
            <pc:sldMasterMk cId="3001013564" sldId="2147483684"/>
            <pc:sldLayoutMk cId="4009207857" sldId="2147483685"/>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677312755" sldId="2147483686"/>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546040263" sldId="2147483687"/>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172084067" sldId="2147483688"/>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1017943587" sldId="2147483689"/>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2545264875" sldId="2147483690"/>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700651199" sldId="2147483691"/>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3971049679" sldId="2147483692"/>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1665147882" sldId="2147483693"/>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2792835754" sldId="2147483694"/>
          </pc:sldLayoutMkLst>
        </pc:sldLayoutChg>
        <pc:sldLayoutChg chg="del">
          <pc:chgData name="Nupur Mohapatra" userId="b9771a76-a249-4689-8b51-c86ee4750c41" providerId="ADAL" clId="{290A16EF-DBC1-43DC-8844-B413AF115B77}" dt="2024-10-28T23:09:48.156" v="886" actId="47"/>
          <pc:sldLayoutMkLst>
            <pc:docMk/>
            <pc:sldMasterMk cId="3001013564" sldId="2147483684"/>
            <pc:sldLayoutMk cId="554421157" sldId="2147483695"/>
          </pc:sldLayoutMkLst>
        </pc:sldLayoutChg>
      </pc:sldMasterChg>
    </pc:docChg>
  </pc:docChgLst>
  <pc:docChgLst>
    <pc:chgData name="Nupur Mohapatra" userId="S::nm358@duke.edu::b9771a76-a249-4689-8b51-c86ee4750c41" providerId="AD" clId="Web-{1D0A21A5-41C8-85BF-228A-17D6EBB8E5C2}"/>
    <pc:docChg chg="modSld">
      <pc:chgData name="Nupur Mohapatra" userId="S::nm358@duke.edu::b9771a76-a249-4689-8b51-c86ee4750c41" providerId="AD" clId="Web-{1D0A21A5-41C8-85BF-228A-17D6EBB8E5C2}" dt="2024-10-27T18:28:28.591" v="3" actId="20577"/>
      <pc:docMkLst>
        <pc:docMk/>
      </pc:docMkLst>
      <pc:sldChg chg="addSp modSp">
        <pc:chgData name="Nupur Mohapatra" userId="S::nm358@duke.edu::b9771a76-a249-4689-8b51-c86ee4750c41" providerId="AD" clId="Web-{1D0A21A5-41C8-85BF-228A-17D6EBB8E5C2}" dt="2024-10-27T18:28:28.591" v="3" actId="20577"/>
        <pc:sldMkLst>
          <pc:docMk/>
          <pc:sldMk cId="1241535169" sldId="269"/>
        </pc:sldMkLst>
      </pc:sldChg>
    </pc:docChg>
  </pc:docChgLst>
  <pc:docChgLst>
    <pc:chgData name="Sneh Pandey" userId="14082e1a-38cb-4dac-8abf-df68ee1cda3a" providerId="ADAL" clId="{44DC4AE5-0C91-F84B-962A-A79AF054DF4C}"/>
    <pc:docChg chg="undo custSel modSld">
      <pc:chgData name="Sneh Pandey" userId="14082e1a-38cb-4dac-8abf-df68ee1cda3a" providerId="ADAL" clId="{44DC4AE5-0C91-F84B-962A-A79AF054DF4C}" dt="2024-10-28T23:06:53.538" v="423" actId="20577"/>
      <pc:docMkLst>
        <pc:docMk/>
      </pc:docMkLst>
      <pc:sldChg chg="modSp">
        <pc:chgData name="Sneh Pandey" userId="14082e1a-38cb-4dac-8abf-df68ee1cda3a" providerId="ADAL" clId="{44DC4AE5-0C91-F84B-962A-A79AF054DF4C}" dt="2024-10-28T23:06:53.538" v="423" actId="20577"/>
        <pc:sldMkLst>
          <pc:docMk/>
          <pc:sldMk cId="3075223748" sldId="271"/>
        </pc:sldMkLst>
        <pc:spChg chg="mod">
          <ac:chgData name="Sneh Pandey" userId="14082e1a-38cb-4dac-8abf-df68ee1cda3a" providerId="ADAL" clId="{44DC4AE5-0C91-F84B-962A-A79AF054DF4C}" dt="2024-10-28T23:02:28.799" v="105" actId="20577"/>
          <ac:spMkLst>
            <pc:docMk/>
            <pc:sldMk cId="3075223748" sldId="271"/>
            <ac:spMk id="4" creationId="{DBCE71A5-844D-158F-E0B8-0EACE48AE486}"/>
          </ac:spMkLst>
        </pc:spChg>
        <pc:spChg chg="mod">
          <ac:chgData name="Sneh Pandey" userId="14082e1a-38cb-4dac-8abf-df68ee1cda3a" providerId="ADAL" clId="{44DC4AE5-0C91-F84B-962A-A79AF054DF4C}" dt="2024-10-28T23:06:31.597" v="416" actId="1076"/>
          <ac:spMkLst>
            <pc:docMk/>
            <pc:sldMk cId="3075223748" sldId="271"/>
            <ac:spMk id="5" creationId="{FB577576-2EB2-01BF-9A1D-36727233E97F}"/>
          </ac:spMkLst>
        </pc:spChg>
        <pc:spChg chg="mod">
          <ac:chgData name="Sneh Pandey" userId="14082e1a-38cb-4dac-8abf-df68ee1cda3a" providerId="ADAL" clId="{44DC4AE5-0C91-F84B-962A-A79AF054DF4C}" dt="2024-10-28T23:06:53.538" v="423" actId="20577"/>
          <ac:spMkLst>
            <pc:docMk/>
            <pc:sldMk cId="3075223748" sldId="271"/>
            <ac:spMk id="8" creationId="{730F8E8E-33B8-4BC8-0DC6-8E9505AAEF01}"/>
          </ac:spMkLst>
        </pc:spChg>
        <pc:spChg chg="mod">
          <ac:chgData name="Sneh Pandey" userId="14082e1a-38cb-4dac-8abf-df68ee1cda3a" providerId="ADAL" clId="{44DC4AE5-0C91-F84B-962A-A79AF054DF4C}" dt="2024-10-28T23:06:38.882" v="417" actId="20577"/>
          <ac:spMkLst>
            <pc:docMk/>
            <pc:sldMk cId="3075223748" sldId="271"/>
            <ac:spMk id="10" creationId="{300F0D2C-B67F-C481-7070-47CD1C50B595}"/>
          </ac:spMkLst>
        </pc:spChg>
        <pc:spChg chg="mod">
          <ac:chgData name="Sneh Pandey" userId="14082e1a-38cb-4dac-8abf-df68ee1cda3a" providerId="ADAL" clId="{44DC4AE5-0C91-F84B-962A-A79AF054DF4C}" dt="2024-10-28T23:06:21.294" v="414" actId="1076"/>
          <ac:spMkLst>
            <pc:docMk/>
            <pc:sldMk cId="3075223748" sldId="271"/>
            <ac:spMk id="11" creationId="{6AE829F8-0616-F9B5-DF1C-A9C93D28CE97}"/>
          </ac:spMkLst>
        </pc:spChg>
        <pc:spChg chg="mod">
          <ac:chgData name="Sneh Pandey" userId="14082e1a-38cb-4dac-8abf-df68ee1cda3a" providerId="ADAL" clId="{44DC4AE5-0C91-F84B-962A-A79AF054DF4C}" dt="2024-10-28T23:06:47.183" v="419" actId="20577"/>
          <ac:spMkLst>
            <pc:docMk/>
            <pc:sldMk cId="3075223748" sldId="271"/>
            <ac:spMk id="99" creationId="{6FDA8A99-3C6F-0C48-B483-6FFEB2FD2D2B}"/>
          </ac:spMkLst>
        </pc:spChg>
        <pc:spChg chg="mod">
          <ac:chgData name="Sneh Pandey" userId="14082e1a-38cb-4dac-8abf-df68ee1cda3a" providerId="ADAL" clId="{44DC4AE5-0C91-F84B-962A-A79AF054DF4C}" dt="2024-10-28T23:01:16.594" v="32" actId="20577"/>
          <ac:spMkLst>
            <pc:docMk/>
            <pc:sldMk cId="3075223748" sldId="271"/>
            <ac:spMk id="101" creationId="{16815542-7876-ECB4-893A-22B12A05D01A}"/>
          </ac:spMkLst>
        </pc:spChg>
      </pc:sldChg>
    </pc:docChg>
  </pc:docChgLst>
  <pc:docChgLst>
    <pc:chgData name="Vaishnavi Cherukuri" userId="S::vc142@duke.edu::3bf30a90-56e4-4226-a658-1e82adeec900" providerId="AD" clId="Web-{FE3112A3-6782-1ACA-CBD2-4233AB7AF0D5}"/>
    <pc:docChg chg="addSld delSld modSld">
      <pc:chgData name="Vaishnavi Cherukuri" userId="S::vc142@duke.edu::3bf30a90-56e4-4226-a658-1e82adeec900" providerId="AD" clId="Web-{FE3112A3-6782-1ACA-CBD2-4233AB7AF0D5}" dt="2024-10-29T23:54:55.854" v="680" actId="20577"/>
      <pc:docMkLst>
        <pc:docMk/>
      </pc:docMkLst>
      <pc:sldChg chg="modSp">
        <pc:chgData name="Vaishnavi Cherukuri" userId="S::vc142@duke.edu::3bf30a90-56e4-4226-a658-1e82adeec900" providerId="AD" clId="Web-{FE3112A3-6782-1ACA-CBD2-4233AB7AF0D5}" dt="2024-10-29T23:32:31.883" v="641" actId="20577"/>
        <pc:sldMkLst>
          <pc:docMk/>
          <pc:sldMk cId="3559554758" sldId="262"/>
        </pc:sldMkLst>
        <pc:spChg chg="mod">
          <ac:chgData name="Vaishnavi Cherukuri" userId="S::vc142@duke.edu::3bf30a90-56e4-4226-a658-1e82adeec900" providerId="AD" clId="Web-{FE3112A3-6782-1ACA-CBD2-4233AB7AF0D5}" dt="2024-10-29T23:32:31.883" v="641" actId="20577"/>
          <ac:spMkLst>
            <pc:docMk/>
            <pc:sldMk cId="3559554758" sldId="262"/>
            <ac:spMk id="56" creationId="{678A9E95-6D34-D9ED-009E-6632399CA755}"/>
          </ac:spMkLst>
        </pc:spChg>
      </pc:sldChg>
      <pc:sldChg chg="modSp">
        <pc:chgData name="Vaishnavi Cherukuri" userId="S::vc142@duke.edu::3bf30a90-56e4-4226-a658-1e82adeec900" providerId="AD" clId="Web-{FE3112A3-6782-1ACA-CBD2-4233AB7AF0D5}" dt="2024-10-29T23:54:55.854" v="680" actId="20577"/>
        <pc:sldMkLst>
          <pc:docMk/>
          <pc:sldMk cId="962058049" sldId="275"/>
        </pc:sldMkLst>
        <pc:spChg chg="mod">
          <ac:chgData name="Vaishnavi Cherukuri" userId="S::vc142@duke.edu::3bf30a90-56e4-4226-a658-1e82adeec900" providerId="AD" clId="Web-{FE3112A3-6782-1ACA-CBD2-4233AB7AF0D5}" dt="2024-10-29T23:54:55.854" v="680" actId="20577"/>
          <ac:spMkLst>
            <pc:docMk/>
            <pc:sldMk cId="962058049" sldId="275"/>
            <ac:spMk id="27" creationId="{F39AAB54-80A1-B864-1AAE-2985970BDDAC}"/>
          </ac:spMkLst>
        </pc:spChg>
      </pc:sldChg>
      <pc:sldChg chg="delSp modSp add del replId">
        <pc:chgData name="Vaishnavi Cherukuri" userId="S::vc142@duke.edu::3bf30a90-56e4-4226-a658-1e82adeec900" providerId="AD" clId="Web-{FE3112A3-6782-1ACA-CBD2-4233AB7AF0D5}" dt="2024-10-29T22:58:54.080" v="89"/>
        <pc:sldMkLst>
          <pc:docMk/>
          <pc:sldMk cId="1791615115" sldId="277"/>
        </pc:sldMkLst>
        <pc:spChg chg="mod">
          <ac:chgData name="Vaishnavi Cherukuri" userId="S::vc142@duke.edu::3bf30a90-56e4-4226-a658-1e82adeec900" providerId="AD" clId="Web-{FE3112A3-6782-1ACA-CBD2-4233AB7AF0D5}" dt="2024-10-29T22:56:45.876" v="16" actId="20577"/>
          <ac:spMkLst>
            <pc:docMk/>
            <pc:sldMk cId="1791615115" sldId="277"/>
            <ac:spMk id="54" creationId="{00000000-0000-0000-0000-000000000000}"/>
          </ac:spMkLst>
        </pc:spChg>
        <pc:spChg chg="mod">
          <ac:chgData name="Vaishnavi Cherukuri" userId="S::vc142@duke.edu::3bf30a90-56e4-4226-a658-1e82adeec900" providerId="AD" clId="Web-{FE3112A3-6782-1ACA-CBD2-4233AB7AF0D5}" dt="2024-10-29T22:57:38.283" v="76" actId="20577"/>
          <ac:spMkLst>
            <pc:docMk/>
            <pc:sldMk cId="1791615115" sldId="277"/>
            <ac:spMk id="61" creationId="{00000000-0000-0000-0000-000000000000}"/>
          </ac:spMkLst>
        </pc:spChg>
        <pc:spChg chg="mod">
          <ac:chgData name="Vaishnavi Cherukuri" userId="S::vc142@duke.edu::3bf30a90-56e4-4226-a658-1e82adeec900" providerId="AD" clId="Web-{FE3112A3-6782-1ACA-CBD2-4233AB7AF0D5}" dt="2024-10-29T22:56:50.705" v="18" actId="20577"/>
          <ac:spMkLst>
            <pc:docMk/>
            <pc:sldMk cId="1791615115" sldId="277"/>
            <ac:spMk id="65" creationId="{00000000-0000-0000-0000-000000000000}"/>
          </ac:spMkLst>
        </pc:spChg>
        <pc:spChg chg="mod">
          <ac:chgData name="Vaishnavi Cherukuri" userId="S::vc142@duke.edu::3bf30a90-56e4-4226-a658-1e82adeec900" providerId="AD" clId="Web-{FE3112A3-6782-1ACA-CBD2-4233AB7AF0D5}" dt="2024-10-29T22:57:06.923" v="40" actId="20577"/>
          <ac:spMkLst>
            <pc:docMk/>
            <pc:sldMk cId="1791615115" sldId="277"/>
            <ac:spMk id="66" creationId="{00000000-0000-0000-0000-000000000000}"/>
          </ac:spMkLst>
        </pc:spChg>
        <pc:spChg chg="mod">
          <ac:chgData name="Vaishnavi Cherukuri" userId="S::vc142@duke.edu::3bf30a90-56e4-4226-a658-1e82adeec900" providerId="AD" clId="Web-{FE3112A3-6782-1ACA-CBD2-4233AB7AF0D5}" dt="2024-10-29T22:58:29.564" v="86" actId="14100"/>
          <ac:spMkLst>
            <pc:docMk/>
            <pc:sldMk cId="1791615115" sldId="277"/>
            <ac:spMk id="67" creationId="{00000000-0000-0000-0000-000000000000}"/>
          </ac:spMkLst>
        </pc:spChg>
        <pc:spChg chg="del">
          <ac:chgData name="Vaishnavi Cherukuri" userId="S::vc142@duke.edu::3bf30a90-56e4-4226-a658-1e82adeec900" providerId="AD" clId="Web-{FE3112A3-6782-1ACA-CBD2-4233AB7AF0D5}" dt="2024-10-29T22:57:20.376" v="65"/>
          <ac:spMkLst>
            <pc:docMk/>
            <pc:sldMk cId="1791615115" sldId="277"/>
            <ac:spMk id="68" creationId="{00000000-0000-0000-0000-000000000000}"/>
          </ac:spMkLst>
        </pc:spChg>
        <pc:spChg chg="mod">
          <ac:chgData name="Vaishnavi Cherukuri" userId="S::vc142@duke.edu::3bf30a90-56e4-4226-a658-1e82adeec900" providerId="AD" clId="Web-{FE3112A3-6782-1ACA-CBD2-4233AB7AF0D5}" dt="2024-10-29T22:57:34.017" v="74" actId="20577"/>
          <ac:spMkLst>
            <pc:docMk/>
            <pc:sldMk cId="1791615115" sldId="277"/>
            <ac:spMk id="78" creationId="{15489AF1-D26E-AFA8-A988-362934FF5055}"/>
          </ac:spMkLst>
        </pc:spChg>
        <pc:spChg chg="mod">
          <ac:chgData name="Vaishnavi Cherukuri" userId="S::vc142@duke.edu::3bf30a90-56e4-4226-a658-1e82adeec900" providerId="AD" clId="Web-{FE3112A3-6782-1ACA-CBD2-4233AB7AF0D5}" dt="2024-10-29T22:57:41.923" v="78" actId="20577"/>
          <ac:spMkLst>
            <pc:docMk/>
            <pc:sldMk cId="1791615115" sldId="277"/>
            <ac:spMk id="83" creationId="{BC19FBE8-A022-72F5-02FC-5B74F9BA8823}"/>
          </ac:spMkLst>
        </pc:spChg>
        <pc:spChg chg="mod">
          <ac:chgData name="Vaishnavi Cherukuri" userId="S::vc142@duke.edu::3bf30a90-56e4-4226-a658-1e82adeec900" providerId="AD" clId="Web-{FE3112A3-6782-1ACA-CBD2-4233AB7AF0D5}" dt="2024-10-29T22:57:58.533" v="80" actId="20577"/>
          <ac:spMkLst>
            <pc:docMk/>
            <pc:sldMk cId="1791615115" sldId="277"/>
            <ac:spMk id="88" creationId="{798B6EFA-267C-C028-516E-BBE9E8AC95E1}"/>
          </ac:spMkLst>
        </pc:spChg>
        <pc:spChg chg="mod">
          <ac:chgData name="Vaishnavi Cherukuri" userId="S::vc142@duke.edu::3bf30a90-56e4-4226-a658-1e82adeec900" providerId="AD" clId="Web-{FE3112A3-6782-1ACA-CBD2-4233AB7AF0D5}" dt="2024-10-29T22:57:23.189" v="67" actId="20577"/>
          <ac:spMkLst>
            <pc:docMk/>
            <pc:sldMk cId="1791615115" sldId="277"/>
            <ac:spMk id="93" creationId="{EFDE7F07-1080-2971-B2F8-9E1A39B61D67}"/>
          </ac:spMkLst>
        </pc:spChg>
        <pc:spChg chg="mod">
          <ac:chgData name="Vaishnavi Cherukuri" userId="S::vc142@duke.edu::3bf30a90-56e4-4226-a658-1e82adeec900" providerId="AD" clId="Web-{FE3112A3-6782-1ACA-CBD2-4233AB7AF0D5}" dt="2024-10-29T22:56:22.408" v="1" actId="20577"/>
          <ac:spMkLst>
            <pc:docMk/>
            <pc:sldMk cId="1791615115" sldId="277"/>
            <ac:spMk id="96" creationId="{ADFF77DA-CFA1-E5A7-1D3C-203329767AAD}"/>
          </ac:spMkLst>
        </pc:spChg>
        <pc:spChg chg="mod">
          <ac:chgData name="Vaishnavi Cherukuri" userId="S::vc142@duke.edu::3bf30a90-56e4-4226-a658-1e82adeec900" providerId="AD" clId="Web-{FE3112A3-6782-1ACA-CBD2-4233AB7AF0D5}" dt="2024-10-29T22:56:26.080" v="2" actId="20577"/>
          <ac:spMkLst>
            <pc:docMk/>
            <pc:sldMk cId="1791615115" sldId="277"/>
            <ac:spMk id="105" creationId="{547F0A69-E338-3BA5-034F-9AE5DCCAC553}"/>
          </ac:spMkLst>
        </pc:spChg>
        <pc:spChg chg="mod">
          <ac:chgData name="Vaishnavi Cherukuri" userId="S::vc142@duke.edu::3bf30a90-56e4-4226-a658-1e82adeec900" providerId="AD" clId="Web-{FE3112A3-6782-1ACA-CBD2-4233AB7AF0D5}" dt="2024-10-29T22:56:32.564" v="3" actId="20577"/>
          <ac:spMkLst>
            <pc:docMk/>
            <pc:sldMk cId="1791615115" sldId="277"/>
            <ac:spMk id="107" creationId="{DF1DEDF2-85B1-3EC5-43EE-4035B45F731D}"/>
          </ac:spMkLst>
        </pc:spChg>
        <pc:spChg chg="mod">
          <ac:chgData name="Vaishnavi Cherukuri" userId="S::vc142@duke.edu::3bf30a90-56e4-4226-a658-1e82adeec900" providerId="AD" clId="Web-{FE3112A3-6782-1ACA-CBD2-4233AB7AF0D5}" dt="2024-10-29T22:56:35.923" v="4" actId="20577"/>
          <ac:spMkLst>
            <pc:docMk/>
            <pc:sldMk cId="1791615115" sldId="277"/>
            <ac:spMk id="109" creationId="{F8D79A0B-6C5C-8253-2B03-089EDECEEC96}"/>
          </ac:spMkLst>
        </pc:spChg>
        <pc:spChg chg="mod">
          <ac:chgData name="Vaishnavi Cherukuri" userId="S::vc142@duke.edu::3bf30a90-56e4-4226-a658-1e82adeec900" providerId="AD" clId="Web-{FE3112A3-6782-1ACA-CBD2-4233AB7AF0D5}" dt="2024-10-29T22:56:39.283" v="5" actId="20577"/>
          <ac:spMkLst>
            <pc:docMk/>
            <pc:sldMk cId="1791615115" sldId="277"/>
            <ac:spMk id="111" creationId="{83E79615-72D0-E5D7-C62A-5826A4B9E6C3}"/>
          </ac:spMkLst>
        </pc:spChg>
        <pc:grpChg chg="mod">
          <ac:chgData name="Vaishnavi Cherukuri" userId="S::vc142@duke.edu::3bf30a90-56e4-4226-a658-1e82adeec900" providerId="AD" clId="Web-{FE3112A3-6782-1ACA-CBD2-4233AB7AF0D5}" dt="2024-10-29T22:58:12.783" v="83" actId="1076"/>
          <ac:grpSpMkLst>
            <pc:docMk/>
            <pc:sldMk cId="1791615115" sldId="277"/>
            <ac:grpSpMk id="86" creationId="{71FDA5DB-FB57-7872-BE0C-92FB373F4F5A}"/>
          </ac:grpSpMkLst>
        </pc:grpChg>
        <pc:grpChg chg="del">
          <ac:chgData name="Vaishnavi Cherukuri" userId="S::vc142@duke.edu::3bf30a90-56e4-4226-a658-1e82adeec900" providerId="AD" clId="Web-{FE3112A3-6782-1ACA-CBD2-4233AB7AF0D5}" dt="2024-10-29T22:57:24.720" v="68"/>
          <ac:grpSpMkLst>
            <pc:docMk/>
            <pc:sldMk cId="1791615115" sldId="277"/>
            <ac:grpSpMk id="91" creationId="{1B566D00-F1DE-E892-1B62-28E0AB0374CA}"/>
          </ac:grpSpMkLst>
        </pc:grpChg>
        <pc:grpChg chg="del">
          <ac:chgData name="Vaishnavi Cherukuri" userId="S::vc142@duke.edu::3bf30a90-56e4-4226-a658-1e82adeec900" providerId="AD" clId="Web-{FE3112A3-6782-1ACA-CBD2-4233AB7AF0D5}" dt="2024-10-29T22:57:21.423" v="66"/>
          <ac:grpSpMkLst>
            <pc:docMk/>
            <pc:sldMk cId="1791615115" sldId="277"/>
            <ac:grpSpMk id="114" creationId="{F4A5ADCF-D112-9D6C-0956-343F510DEC5A}"/>
          </ac:grpSpMkLst>
        </pc:grpChg>
        <pc:grpChg chg="mod">
          <ac:chgData name="Vaishnavi Cherukuri" userId="S::vc142@duke.edu::3bf30a90-56e4-4226-a658-1e82adeec900" providerId="AD" clId="Web-{FE3112A3-6782-1ACA-CBD2-4233AB7AF0D5}" dt="2024-10-29T22:58:06.173" v="82" actId="14100"/>
          <ac:grpSpMkLst>
            <pc:docMk/>
            <pc:sldMk cId="1791615115" sldId="277"/>
            <ac:grpSpMk id="115" creationId="{B2EEAE51-1FE2-F6F9-0781-4C445B94E56A}"/>
          </ac:grpSpMkLst>
        </pc:grpChg>
        <pc:grpChg chg="mod">
          <ac:chgData name="Vaishnavi Cherukuri" userId="S::vc142@duke.edu::3bf30a90-56e4-4226-a658-1e82adeec900" providerId="AD" clId="Web-{FE3112A3-6782-1ACA-CBD2-4233AB7AF0D5}" dt="2024-10-29T22:58:38.892" v="87" actId="1076"/>
          <ac:grpSpMkLst>
            <pc:docMk/>
            <pc:sldMk cId="1791615115" sldId="277"/>
            <ac:grpSpMk id="116" creationId="{7E2FC0B5-17CB-A1EC-BEB2-2E99396C4660}"/>
          </ac:grpSpMkLst>
        </pc:grpChg>
        <pc:grpChg chg="mod">
          <ac:chgData name="Vaishnavi Cherukuri" userId="S::vc142@duke.edu::3bf30a90-56e4-4226-a658-1e82adeec900" providerId="AD" clId="Web-{FE3112A3-6782-1ACA-CBD2-4233AB7AF0D5}" dt="2024-10-29T22:58:42.517" v="88" actId="1076"/>
          <ac:grpSpMkLst>
            <pc:docMk/>
            <pc:sldMk cId="1791615115" sldId="277"/>
            <ac:grpSpMk id="117" creationId="{CDDFE743-D620-5BF3-A869-9C835226CE94}"/>
          </ac:grpSpMkLst>
        </pc:grpChg>
      </pc:sldChg>
    </pc:docChg>
  </pc:docChgLst>
  <pc:docChgLst>
    <pc:chgData name="Harsh Jain" userId="S::hj178@duke.edu::e34c7272-1501-4a05-8ac0-d92d3b760f48" providerId="AD" clId="Web-{1524EF5E-1893-2E09-F1B5-342A56DBFD18}"/>
    <pc:docChg chg="addSld delSld modSld">
      <pc:chgData name="Harsh Jain" userId="S::hj178@duke.edu::e34c7272-1501-4a05-8ac0-d92d3b760f48" providerId="AD" clId="Web-{1524EF5E-1893-2E09-F1B5-342A56DBFD18}" dt="2024-10-29T23:17:21.156" v="515"/>
      <pc:docMkLst>
        <pc:docMk/>
      </pc:docMkLst>
      <pc:sldChg chg="delSp modSp add del">
        <pc:chgData name="Harsh Jain" userId="S::hj178@duke.edu::e34c7272-1501-4a05-8ac0-d92d3b760f48" providerId="AD" clId="Web-{1524EF5E-1893-2E09-F1B5-342A56DBFD18}" dt="2024-10-29T23:17:21.156" v="515"/>
        <pc:sldMkLst>
          <pc:docMk/>
          <pc:sldMk cId="3988347247" sldId="274"/>
        </pc:sldMkLst>
        <pc:spChg chg="del">
          <ac:chgData name="Harsh Jain" userId="S::hj178@duke.edu::e34c7272-1501-4a05-8ac0-d92d3b760f48" providerId="AD" clId="Web-{1524EF5E-1893-2E09-F1B5-342A56DBFD18}" dt="2024-10-29T23:09:19.974" v="342"/>
          <ac:spMkLst>
            <pc:docMk/>
            <pc:sldMk cId="3988347247" sldId="274"/>
            <ac:spMk id="7" creationId="{DE5D4BA4-F64C-82F9-D77F-915CCB5F95FB}"/>
          </ac:spMkLst>
        </pc:spChg>
        <pc:spChg chg="mod">
          <ac:chgData name="Harsh Jain" userId="S::hj178@duke.edu::e34c7272-1501-4a05-8ac0-d92d3b760f48" providerId="AD" clId="Web-{1524EF5E-1893-2E09-F1B5-342A56DBFD18}" dt="2024-10-29T22:55:14.972" v="12" actId="14100"/>
          <ac:spMkLst>
            <pc:docMk/>
            <pc:sldMk cId="3988347247" sldId="274"/>
            <ac:spMk id="30" creationId="{F603464F-B263-CFBB-4FB0-FD20B27A3475}"/>
          </ac:spMkLst>
        </pc:spChg>
        <pc:graphicFrameChg chg="modGraphic">
          <ac:chgData name="Harsh Jain" userId="S::hj178@duke.edu::e34c7272-1501-4a05-8ac0-d92d3b760f48" providerId="AD" clId="Web-{1524EF5E-1893-2E09-F1B5-342A56DBFD18}" dt="2024-10-29T22:55:01.800" v="1"/>
          <ac:graphicFrameMkLst>
            <pc:docMk/>
            <pc:sldMk cId="3988347247" sldId="274"/>
            <ac:graphicFrameMk id="5" creationId="{98029F16-50B0-1F09-E017-8F68900E0AC2}"/>
          </ac:graphicFrameMkLst>
        </pc:graphicFrameChg>
        <pc:graphicFrameChg chg="mod modGraphic">
          <ac:chgData name="Harsh Jain" userId="S::hj178@duke.edu::e34c7272-1501-4a05-8ac0-d92d3b760f48" providerId="AD" clId="Web-{1524EF5E-1893-2E09-F1B5-342A56DBFD18}" dt="2024-10-29T22:55:15.941" v="21"/>
          <ac:graphicFrameMkLst>
            <pc:docMk/>
            <pc:sldMk cId="3988347247" sldId="274"/>
            <ac:graphicFrameMk id="9" creationId="{C27AA09C-6995-F562-B698-3B64A4CFE8F9}"/>
          </ac:graphicFrameMkLst>
        </pc:graphicFrameChg>
        <pc:graphicFrameChg chg="mod">
          <ac:chgData name="Harsh Jain" userId="S::hj178@duke.edu::e34c7272-1501-4a05-8ac0-d92d3b760f48" providerId="AD" clId="Web-{1524EF5E-1893-2E09-F1B5-342A56DBFD18}" dt="2024-10-29T23:13:29.537" v="445" actId="1076"/>
          <ac:graphicFrameMkLst>
            <pc:docMk/>
            <pc:sldMk cId="3988347247" sldId="274"/>
            <ac:graphicFrameMk id="10" creationId="{35741502-93A7-C0CE-D4D4-CC3B242561D3}"/>
          </ac:graphicFrameMkLst>
        </pc:graphicFrameChg>
      </pc:sldChg>
      <pc:sldChg chg="addSp delSp modSp">
        <pc:chgData name="Harsh Jain" userId="S::hj178@duke.edu::e34c7272-1501-4a05-8ac0-d92d3b760f48" providerId="AD" clId="Web-{1524EF5E-1893-2E09-F1B5-342A56DBFD18}" dt="2024-10-29T23:03:47.961" v="236" actId="1076"/>
        <pc:sldMkLst>
          <pc:docMk/>
          <pc:sldMk cId="962058049" sldId="275"/>
        </pc:sldMkLst>
        <pc:spChg chg="add mod">
          <ac:chgData name="Harsh Jain" userId="S::hj178@duke.edu::e34c7272-1501-4a05-8ac0-d92d3b760f48" providerId="AD" clId="Web-{1524EF5E-1893-2E09-F1B5-342A56DBFD18}" dt="2024-10-29T22:59:18.341" v="73" actId="1076"/>
          <ac:spMkLst>
            <pc:docMk/>
            <pc:sldMk cId="962058049" sldId="275"/>
            <ac:spMk id="2" creationId="{7AE08CAA-65E5-E998-4D7D-9104AB061F8B}"/>
          </ac:spMkLst>
        </pc:spChg>
        <pc:spChg chg="add del mod">
          <ac:chgData name="Harsh Jain" userId="S::hj178@duke.edu::e34c7272-1501-4a05-8ac0-d92d3b760f48" providerId="AD" clId="Web-{1524EF5E-1893-2E09-F1B5-342A56DBFD18}" dt="2024-10-29T22:57:13.680" v="41"/>
          <ac:spMkLst>
            <pc:docMk/>
            <pc:sldMk cId="962058049" sldId="275"/>
            <ac:spMk id="6" creationId="{7D30BA57-2BDF-96F2-740C-1BD3360AE88A}"/>
          </ac:spMkLst>
        </pc:spChg>
        <pc:spChg chg="del mod">
          <ac:chgData name="Harsh Jain" userId="S::hj178@duke.edu::e34c7272-1501-4a05-8ac0-d92d3b760f48" providerId="AD" clId="Web-{1524EF5E-1893-2E09-F1B5-342A56DBFD18}" dt="2024-10-29T23:03:38.554" v="232"/>
          <ac:spMkLst>
            <pc:docMk/>
            <pc:sldMk cId="962058049" sldId="275"/>
            <ac:spMk id="7" creationId="{DE5D4BA4-F64C-82F9-D77F-915CCB5F95FB}"/>
          </ac:spMkLst>
        </pc:spChg>
        <pc:spChg chg="add mod">
          <ac:chgData name="Harsh Jain" userId="S::hj178@duke.edu::e34c7272-1501-4a05-8ac0-d92d3b760f48" providerId="AD" clId="Web-{1524EF5E-1893-2E09-F1B5-342A56DBFD18}" dt="2024-10-29T22:59:18.372" v="74" actId="1076"/>
          <ac:spMkLst>
            <pc:docMk/>
            <pc:sldMk cId="962058049" sldId="275"/>
            <ac:spMk id="8" creationId="{041674EB-5DCF-83CB-1857-584EADE60D36}"/>
          </ac:spMkLst>
        </pc:spChg>
        <pc:spChg chg="add mod">
          <ac:chgData name="Harsh Jain" userId="S::hj178@duke.edu::e34c7272-1501-4a05-8ac0-d92d3b760f48" providerId="AD" clId="Web-{1524EF5E-1893-2E09-F1B5-342A56DBFD18}" dt="2024-10-29T23:03:47.961" v="236" actId="1076"/>
          <ac:spMkLst>
            <pc:docMk/>
            <pc:sldMk cId="962058049" sldId="275"/>
            <ac:spMk id="9" creationId="{745F4B50-57C6-3103-A123-2FECF8ABA5B8}"/>
          </ac:spMkLst>
        </pc:spChg>
        <pc:spChg chg="del mod">
          <ac:chgData name="Harsh Jain" userId="S::hj178@duke.edu::e34c7272-1501-4a05-8ac0-d92d3b760f48" providerId="AD" clId="Web-{1524EF5E-1893-2E09-F1B5-342A56DBFD18}" dt="2024-10-29T22:56:37.178" v="31"/>
          <ac:spMkLst>
            <pc:docMk/>
            <pc:sldMk cId="962058049" sldId="275"/>
            <ac:spMk id="16" creationId="{E3E14AC9-79E2-E3E8-8969-949166C69ADD}"/>
          </ac:spMkLst>
        </pc:spChg>
        <pc:spChg chg="del">
          <ac:chgData name="Harsh Jain" userId="S::hj178@duke.edu::e34c7272-1501-4a05-8ac0-d92d3b760f48" providerId="AD" clId="Web-{1524EF5E-1893-2E09-F1B5-342A56DBFD18}" dt="2024-10-29T22:57:20.993" v="44"/>
          <ac:spMkLst>
            <pc:docMk/>
            <pc:sldMk cId="962058049" sldId="275"/>
            <ac:spMk id="17" creationId="{417233A7-9E77-2592-FDAC-D1AA77AEF4E8}"/>
          </ac:spMkLst>
        </pc:spChg>
        <pc:spChg chg="del">
          <ac:chgData name="Harsh Jain" userId="S::hj178@duke.edu::e34c7272-1501-4a05-8ac0-d92d3b760f48" providerId="AD" clId="Web-{1524EF5E-1893-2E09-F1B5-342A56DBFD18}" dt="2024-10-29T22:57:52.134" v="51"/>
          <ac:spMkLst>
            <pc:docMk/>
            <pc:sldMk cId="962058049" sldId="275"/>
            <ac:spMk id="18" creationId="{E030C4F9-8839-F6EC-7223-879B8011ED27}"/>
          </ac:spMkLst>
        </pc:spChg>
        <pc:spChg chg="mod">
          <ac:chgData name="Harsh Jain" userId="S::hj178@duke.edu::e34c7272-1501-4a05-8ac0-d92d3b760f48" providerId="AD" clId="Web-{1524EF5E-1893-2E09-F1B5-342A56DBFD18}" dt="2024-10-29T23:03:47.898" v="233" actId="1076"/>
          <ac:spMkLst>
            <pc:docMk/>
            <pc:sldMk cId="962058049" sldId="275"/>
            <ac:spMk id="19" creationId="{383C180B-4D1A-222F-EDFC-02FB4466CFD8}"/>
          </ac:spMkLst>
        </pc:spChg>
        <pc:spChg chg="mod">
          <ac:chgData name="Harsh Jain" userId="S::hj178@duke.edu::e34c7272-1501-4a05-8ac0-d92d3b760f48" providerId="AD" clId="Web-{1524EF5E-1893-2E09-F1B5-342A56DBFD18}" dt="2024-10-29T23:03:37.320" v="228" actId="1076"/>
          <ac:spMkLst>
            <pc:docMk/>
            <pc:sldMk cId="962058049" sldId="275"/>
            <ac:spMk id="22" creationId="{37BB0188-2E53-0CA9-8871-F4FAB2BB67A6}"/>
          </ac:spMkLst>
        </pc:spChg>
        <pc:spChg chg="mod">
          <ac:chgData name="Harsh Jain" userId="S::hj178@duke.edu::e34c7272-1501-4a05-8ac0-d92d3b760f48" providerId="AD" clId="Web-{1524EF5E-1893-2E09-F1B5-342A56DBFD18}" dt="2024-10-29T22:59:25.419" v="79" actId="1076"/>
          <ac:spMkLst>
            <pc:docMk/>
            <pc:sldMk cId="962058049" sldId="275"/>
            <ac:spMk id="23" creationId="{D3AC6CD4-FE2C-6012-D07E-E2683F513672}"/>
          </ac:spMkLst>
        </pc:spChg>
        <pc:spChg chg="mod">
          <ac:chgData name="Harsh Jain" userId="S::hj178@duke.edu::e34c7272-1501-4a05-8ac0-d92d3b760f48" providerId="AD" clId="Web-{1524EF5E-1893-2E09-F1B5-342A56DBFD18}" dt="2024-10-29T22:58:58.215" v="60" actId="1076"/>
          <ac:spMkLst>
            <pc:docMk/>
            <pc:sldMk cId="962058049" sldId="275"/>
            <ac:spMk id="24" creationId="{70537B23-F028-2A44-0251-A18A4DE9C464}"/>
          </ac:spMkLst>
        </pc:spChg>
        <pc:spChg chg="mod">
          <ac:chgData name="Harsh Jain" userId="S::hj178@duke.edu::e34c7272-1501-4a05-8ac0-d92d3b760f48" providerId="AD" clId="Web-{1524EF5E-1893-2E09-F1B5-342A56DBFD18}" dt="2024-10-29T22:59:18.216" v="67" actId="1076"/>
          <ac:spMkLst>
            <pc:docMk/>
            <pc:sldMk cId="962058049" sldId="275"/>
            <ac:spMk id="25" creationId="{AF90469E-6721-1EBD-BF86-DA1867D5A7A6}"/>
          </ac:spMkLst>
        </pc:spChg>
        <pc:spChg chg="mod">
          <ac:chgData name="Harsh Jain" userId="S::hj178@duke.edu::e34c7272-1501-4a05-8ac0-d92d3b760f48" providerId="AD" clId="Web-{1524EF5E-1893-2E09-F1B5-342A56DBFD18}" dt="2024-10-29T23:03:47.914" v="234" actId="1076"/>
          <ac:spMkLst>
            <pc:docMk/>
            <pc:sldMk cId="962058049" sldId="275"/>
            <ac:spMk id="26" creationId="{8B4A93EF-765C-AEDF-670B-8A96E8C75938}"/>
          </ac:spMkLst>
        </pc:spChg>
        <pc:spChg chg="mod">
          <ac:chgData name="Harsh Jain" userId="S::hj178@duke.edu::e34c7272-1501-4a05-8ac0-d92d3b760f48" providerId="AD" clId="Web-{1524EF5E-1893-2E09-F1B5-342A56DBFD18}" dt="2024-10-29T23:03:47.945" v="235" actId="1076"/>
          <ac:spMkLst>
            <pc:docMk/>
            <pc:sldMk cId="962058049" sldId="275"/>
            <ac:spMk id="27" creationId="{F39AAB54-80A1-B864-1AAE-2985970BDDAC}"/>
          </ac:spMkLst>
        </pc:spChg>
        <pc:spChg chg="add del mod">
          <ac:chgData name="Harsh Jain" userId="S::hj178@duke.edu::e34c7272-1501-4a05-8ac0-d92d3b760f48" providerId="AD" clId="Web-{1524EF5E-1893-2E09-F1B5-342A56DBFD18}" dt="2024-10-29T22:59:18.278" v="69" actId="1076"/>
          <ac:spMkLst>
            <pc:docMk/>
            <pc:sldMk cId="962058049" sldId="275"/>
            <ac:spMk id="28" creationId="{EE0D5FB5-2D65-329C-DCE8-A8565B42B0A0}"/>
          </ac:spMkLst>
        </pc:spChg>
        <pc:spChg chg="mod">
          <ac:chgData name="Harsh Jain" userId="S::hj178@duke.edu::e34c7272-1501-4a05-8ac0-d92d3b760f48" providerId="AD" clId="Web-{1524EF5E-1893-2E09-F1B5-342A56DBFD18}" dt="2024-10-29T23:03:37.335" v="229" actId="1076"/>
          <ac:spMkLst>
            <pc:docMk/>
            <pc:sldMk cId="962058049" sldId="275"/>
            <ac:spMk id="29" creationId="{81F5BE25-0441-27AD-32A0-CE33FA7239C1}"/>
          </ac:spMkLst>
        </pc:spChg>
        <pc:spChg chg="mod">
          <ac:chgData name="Harsh Jain" userId="S::hj178@duke.edu::e34c7272-1501-4a05-8ac0-d92d3b760f48" providerId="AD" clId="Web-{1524EF5E-1893-2E09-F1B5-342A56DBFD18}" dt="2024-10-29T22:59:18.435" v="77" actId="1076"/>
          <ac:spMkLst>
            <pc:docMk/>
            <pc:sldMk cId="962058049" sldId="275"/>
            <ac:spMk id="30" creationId="{F603464F-B263-CFBB-4FB0-FD20B27A3475}"/>
          </ac:spMkLst>
        </pc:spChg>
        <pc:spChg chg="mod">
          <ac:chgData name="Harsh Jain" userId="S::hj178@duke.edu::e34c7272-1501-4a05-8ac0-d92d3b760f48" providerId="AD" clId="Web-{1524EF5E-1893-2E09-F1B5-342A56DBFD18}" dt="2024-10-29T23:03:37.367" v="230" actId="1076"/>
          <ac:spMkLst>
            <pc:docMk/>
            <pc:sldMk cId="962058049" sldId="275"/>
            <ac:spMk id="31" creationId="{523964CD-310B-5CCE-10BB-DCE2FE12644D}"/>
          </ac:spMkLst>
        </pc:spChg>
        <pc:spChg chg="mod">
          <ac:chgData name="Harsh Jain" userId="S::hj178@duke.edu::e34c7272-1501-4a05-8ac0-d92d3b760f48" providerId="AD" clId="Web-{1524EF5E-1893-2E09-F1B5-342A56DBFD18}" dt="2024-10-29T23:03:37.382" v="231" actId="1076"/>
          <ac:spMkLst>
            <pc:docMk/>
            <pc:sldMk cId="962058049" sldId="275"/>
            <ac:spMk id="32" creationId="{C8542E85-C242-9FDC-CF1B-2B8399CAABA4}"/>
          </ac:spMkLst>
        </pc:spChg>
        <pc:cxnChg chg="mod">
          <ac:chgData name="Harsh Jain" userId="S::hj178@duke.edu::e34c7272-1501-4a05-8ac0-d92d3b760f48" providerId="AD" clId="Web-{1524EF5E-1893-2E09-F1B5-342A56DBFD18}" dt="2024-10-29T23:03:37.304" v="227" actId="1076"/>
          <ac:cxnSpMkLst>
            <pc:docMk/>
            <pc:sldMk cId="962058049" sldId="275"/>
            <ac:cxnSpMk id="20" creationId="{DBE4142C-7E39-E5A4-826A-542A4B6D6131}"/>
          </ac:cxnSpMkLst>
        </pc:cxnChg>
        <pc:cxnChg chg="mod">
          <ac:chgData name="Harsh Jain" userId="S::hj178@duke.edu::e34c7272-1501-4a05-8ac0-d92d3b760f48" providerId="AD" clId="Web-{1524EF5E-1893-2E09-F1B5-342A56DBFD18}" dt="2024-10-29T22:59:52.905" v="82" actId="1076"/>
          <ac:cxnSpMkLst>
            <pc:docMk/>
            <pc:sldMk cId="962058049" sldId="275"/>
            <ac:cxnSpMk id="21" creationId="{BCE8B6F9-A86E-7397-3564-AC0F5B0D0763}"/>
          </ac:cxnSpMkLst>
        </pc:cxnChg>
      </pc:sldChg>
      <pc:sldChg chg="addSp delSp modSp add del replId">
        <pc:chgData name="Harsh Jain" userId="S::hj178@duke.edu::e34c7272-1501-4a05-8ac0-d92d3b760f48" providerId="AD" clId="Web-{1524EF5E-1893-2E09-F1B5-342A56DBFD18}" dt="2024-10-29T23:03:49.070" v="237"/>
        <pc:sldMkLst>
          <pc:docMk/>
          <pc:sldMk cId="74820880" sldId="277"/>
        </pc:sldMkLst>
        <pc:spChg chg="del">
          <ac:chgData name="Harsh Jain" userId="S::hj178@duke.edu::e34c7272-1501-4a05-8ac0-d92d3b760f48" providerId="AD" clId="Web-{1524EF5E-1893-2E09-F1B5-342A56DBFD18}" dt="2024-10-29T23:00:19.734" v="87"/>
          <ac:spMkLst>
            <pc:docMk/>
            <pc:sldMk cId="74820880" sldId="277"/>
            <ac:spMk id="2" creationId="{7AE08CAA-65E5-E998-4D7D-9104AB061F8B}"/>
          </ac:spMkLst>
        </pc:spChg>
        <pc:spChg chg="mod">
          <ac:chgData name="Harsh Jain" userId="S::hj178@duke.edu::e34c7272-1501-4a05-8ac0-d92d3b760f48" providerId="AD" clId="Web-{1524EF5E-1893-2E09-F1B5-342A56DBFD18}" dt="2024-10-29T23:02:39.239" v="199" actId="1076"/>
          <ac:spMkLst>
            <pc:docMk/>
            <pc:sldMk cId="74820880" sldId="277"/>
            <ac:spMk id="3" creationId="{D4068431-1276-E26D-6FE9-554411E00EB9}"/>
          </ac:spMkLst>
        </pc:spChg>
        <pc:spChg chg="del">
          <ac:chgData name="Harsh Jain" userId="S::hj178@duke.edu::e34c7272-1501-4a05-8ac0-d92d3b760f48" providerId="AD" clId="Web-{1524EF5E-1893-2E09-F1B5-342A56DBFD18}" dt="2024-10-29T23:00:17.265" v="86"/>
          <ac:spMkLst>
            <pc:docMk/>
            <pc:sldMk cId="74820880" sldId="277"/>
            <ac:spMk id="7" creationId="{DE5D4BA4-F64C-82F9-D77F-915CCB5F95FB}"/>
          </ac:spMkLst>
        </pc:spChg>
        <pc:spChg chg="del">
          <ac:chgData name="Harsh Jain" userId="S::hj178@duke.edu::e34c7272-1501-4a05-8ac0-d92d3b760f48" providerId="AD" clId="Web-{1524EF5E-1893-2E09-F1B5-342A56DBFD18}" dt="2024-10-29T23:00:17.265" v="84"/>
          <ac:spMkLst>
            <pc:docMk/>
            <pc:sldMk cId="74820880" sldId="277"/>
            <ac:spMk id="8" creationId="{041674EB-5DCF-83CB-1857-584EADE60D36}"/>
          </ac:spMkLst>
        </pc:spChg>
        <pc:spChg chg="del">
          <ac:chgData name="Harsh Jain" userId="S::hj178@duke.edu::e34c7272-1501-4a05-8ac0-d92d3b760f48" providerId="AD" clId="Web-{1524EF5E-1893-2E09-F1B5-342A56DBFD18}" dt="2024-10-29T23:00:24.187" v="91"/>
          <ac:spMkLst>
            <pc:docMk/>
            <pc:sldMk cId="74820880" sldId="277"/>
            <ac:spMk id="9" creationId="{745F4B50-57C6-3103-A123-2FECF8ABA5B8}"/>
          </ac:spMkLst>
        </pc:spChg>
        <pc:spChg chg="add del mod">
          <ac:chgData name="Harsh Jain" userId="S::hj178@duke.edu::e34c7272-1501-4a05-8ac0-d92d3b760f48" providerId="AD" clId="Web-{1524EF5E-1893-2E09-F1B5-342A56DBFD18}" dt="2024-10-29T23:00:51.579" v="103"/>
          <ac:spMkLst>
            <pc:docMk/>
            <pc:sldMk cId="74820880" sldId="277"/>
            <ac:spMk id="10" creationId="{65C813A0-FF66-21D3-D5A9-5BB2D4607C02}"/>
          </ac:spMkLst>
        </pc:spChg>
        <pc:spChg chg="del">
          <ac:chgData name="Harsh Jain" userId="S::hj178@duke.edu::e34c7272-1501-4a05-8ac0-d92d3b760f48" providerId="AD" clId="Web-{1524EF5E-1893-2E09-F1B5-342A56DBFD18}" dt="2024-10-29T23:00:22.218" v="90"/>
          <ac:spMkLst>
            <pc:docMk/>
            <pc:sldMk cId="74820880" sldId="277"/>
            <ac:spMk id="19" creationId="{383C180B-4D1A-222F-EDFC-02FB4466CFD8}"/>
          </ac:spMkLst>
        </pc:spChg>
        <pc:spChg chg="mod">
          <ac:chgData name="Harsh Jain" userId="S::hj178@duke.edu::e34c7272-1501-4a05-8ac0-d92d3b760f48" providerId="AD" clId="Web-{1524EF5E-1893-2E09-F1B5-342A56DBFD18}" dt="2024-10-29T23:02:39.271" v="200" actId="1076"/>
          <ac:spMkLst>
            <pc:docMk/>
            <pc:sldMk cId="74820880" sldId="277"/>
            <ac:spMk id="22" creationId="{37BB0188-2E53-0CA9-8871-F4FAB2BB67A6}"/>
          </ac:spMkLst>
        </pc:spChg>
        <pc:spChg chg="mod">
          <ac:chgData name="Harsh Jain" userId="S::hj178@duke.edu::e34c7272-1501-4a05-8ac0-d92d3b760f48" providerId="AD" clId="Web-{1524EF5E-1893-2E09-F1B5-342A56DBFD18}" dt="2024-10-29T23:02:21.770" v="178" actId="1076"/>
          <ac:spMkLst>
            <pc:docMk/>
            <pc:sldMk cId="74820880" sldId="277"/>
            <ac:spMk id="23" creationId="{D3AC6CD4-FE2C-6012-D07E-E2683F513672}"/>
          </ac:spMkLst>
        </pc:spChg>
        <pc:spChg chg="del">
          <ac:chgData name="Harsh Jain" userId="S::hj178@duke.edu::e34c7272-1501-4a05-8ac0-d92d3b760f48" providerId="AD" clId="Web-{1524EF5E-1893-2E09-F1B5-342A56DBFD18}" dt="2024-10-29T23:00:19.734" v="88"/>
          <ac:spMkLst>
            <pc:docMk/>
            <pc:sldMk cId="74820880" sldId="277"/>
            <ac:spMk id="25" creationId="{AF90469E-6721-1EBD-BF86-DA1867D5A7A6}"/>
          </ac:spMkLst>
        </pc:spChg>
        <pc:spChg chg="del">
          <ac:chgData name="Harsh Jain" userId="S::hj178@duke.edu::e34c7272-1501-4a05-8ac0-d92d3b760f48" providerId="AD" clId="Web-{1524EF5E-1893-2E09-F1B5-342A56DBFD18}" dt="2024-10-29T23:00:24.187" v="92"/>
          <ac:spMkLst>
            <pc:docMk/>
            <pc:sldMk cId="74820880" sldId="277"/>
            <ac:spMk id="26" creationId="{8B4A93EF-765C-AEDF-670B-8A96E8C75938}"/>
          </ac:spMkLst>
        </pc:spChg>
        <pc:spChg chg="del">
          <ac:chgData name="Harsh Jain" userId="S::hj178@duke.edu::e34c7272-1501-4a05-8ac0-d92d3b760f48" providerId="AD" clId="Web-{1524EF5E-1893-2E09-F1B5-342A56DBFD18}" dt="2024-10-29T23:00:22.218" v="89"/>
          <ac:spMkLst>
            <pc:docMk/>
            <pc:sldMk cId="74820880" sldId="277"/>
            <ac:spMk id="27" creationId="{F39AAB54-80A1-B864-1AAE-2985970BDDAC}"/>
          </ac:spMkLst>
        </pc:spChg>
        <pc:spChg chg="del">
          <ac:chgData name="Harsh Jain" userId="S::hj178@duke.edu::e34c7272-1501-4a05-8ac0-d92d3b760f48" providerId="AD" clId="Web-{1524EF5E-1893-2E09-F1B5-342A56DBFD18}" dt="2024-10-29T23:00:17.265" v="85"/>
          <ac:spMkLst>
            <pc:docMk/>
            <pc:sldMk cId="74820880" sldId="277"/>
            <ac:spMk id="28" creationId="{EE0D5FB5-2D65-329C-DCE8-A8565B42B0A0}"/>
          </ac:spMkLst>
        </pc:spChg>
        <pc:spChg chg="mod">
          <ac:chgData name="Harsh Jain" userId="S::hj178@duke.edu::e34c7272-1501-4a05-8ac0-d92d3b760f48" providerId="AD" clId="Web-{1524EF5E-1893-2E09-F1B5-342A56DBFD18}" dt="2024-10-29T23:02:39.302" v="201" actId="1076"/>
          <ac:spMkLst>
            <pc:docMk/>
            <pc:sldMk cId="74820880" sldId="277"/>
            <ac:spMk id="29" creationId="{81F5BE25-0441-27AD-32A0-CE33FA7239C1}"/>
          </ac:spMkLst>
        </pc:spChg>
        <pc:spChg chg="mod">
          <ac:chgData name="Harsh Jain" userId="S::hj178@duke.edu::e34c7272-1501-4a05-8ac0-d92d3b760f48" providerId="AD" clId="Web-{1524EF5E-1893-2E09-F1B5-342A56DBFD18}" dt="2024-10-29T23:02:21.770" v="180" actId="1076"/>
          <ac:spMkLst>
            <pc:docMk/>
            <pc:sldMk cId="74820880" sldId="277"/>
            <ac:spMk id="30" creationId="{F603464F-B263-CFBB-4FB0-FD20B27A3475}"/>
          </ac:spMkLst>
        </pc:spChg>
        <pc:spChg chg="mod">
          <ac:chgData name="Harsh Jain" userId="S::hj178@duke.edu::e34c7272-1501-4a05-8ac0-d92d3b760f48" providerId="AD" clId="Web-{1524EF5E-1893-2E09-F1B5-342A56DBFD18}" dt="2024-10-29T23:02:39.317" v="202" actId="1076"/>
          <ac:spMkLst>
            <pc:docMk/>
            <pc:sldMk cId="74820880" sldId="277"/>
            <ac:spMk id="31" creationId="{523964CD-310B-5CCE-10BB-DCE2FE12644D}"/>
          </ac:spMkLst>
        </pc:spChg>
        <pc:spChg chg="mod">
          <ac:chgData name="Harsh Jain" userId="S::hj178@duke.edu::e34c7272-1501-4a05-8ac0-d92d3b760f48" providerId="AD" clId="Web-{1524EF5E-1893-2E09-F1B5-342A56DBFD18}" dt="2024-10-29T23:02:39.349" v="203" actId="1076"/>
          <ac:spMkLst>
            <pc:docMk/>
            <pc:sldMk cId="74820880" sldId="277"/>
            <ac:spMk id="32" creationId="{C8542E85-C242-9FDC-CF1B-2B8399CAABA4}"/>
          </ac:spMkLst>
        </pc:spChg>
        <pc:spChg chg="add mod">
          <ac:chgData name="Harsh Jain" userId="S::hj178@duke.edu::e34c7272-1501-4a05-8ac0-d92d3b760f48" providerId="AD" clId="Web-{1524EF5E-1893-2E09-F1B5-342A56DBFD18}" dt="2024-10-29T23:02:39.505" v="210" actId="1076"/>
          <ac:spMkLst>
            <pc:docMk/>
            <pc:sldMk cId="74820880" sldId="277"/>
            <ac:spMk id="40" creationId="{ADF0AEDB-AD78-6932-BE28-93C448EC6A7B}"/>
          </ac:spMkLst>
        </pc:spChg>
        <pc:spChg chg="add mod">
          <ac:chgData name="Harsh Jain" userId="S::hj178@duke.edu::e34c7272-1501-4a05-8ac0-d92d3b760f48" providerId="AD" clId="Web-{1524EF5E-1893-2E09-F1B5-342A56DBFD18}" dt="2024-10-29T23:03:02.428" v="219" actId="1076"/>
          <ac:spMkLst>
            <pc:docMk/>
            <pc:sldMk cId="74820880" sldId="277"/>
            <ac:spMk id="56" creationId="{3318662F-CA98-A470-3653-0332D89C2F46}"/>
          </ac:spMkLst>
        </pc:spChg>
        <pc:graphicFrameChg chg="add mod">
          <ac:chgData name="Harsh Jain" userId="S::hj178@duke.edu::e34c7272-1501-4a05-8ac0-d92d3b760f48" providerId="AD" clId="Web-{1524EF5E-1893-2E09-F1B5-342A56DBFD18}" dt="2024-10-29T23:02:39.380" v="204" actId="1076"/>
          <ac:graphicFrameMkLst>
            <pc:docMk/>
            <pc:sldMk cId="74820880" sldId="277"/>
            <ac:graphicFrameMk id="12" creationId="{F4542231-DAFB-C932-B78C-980FA601BEE7}"/>
          </ac:graphicFrameMkLst>
        </pc:graphicFrameChg>
        <pc:graphicFrameChg chg="add mod">
          <ac:chgData name="Harsh Jain" userId="S::hj178@duke.edu::e34c7272-1501-4a05-8ac0-d92d3b760f48" providerId="AD" clId="Web-{1524EF5E-1893-2E09-F1B5-342A56DBFD18}" dt="2024-10-29T23:03:02.318" v="214" actId="1076"/>
          <ac:graphicFrameMkLst>
            <pc:docMk/>
            <pc:sldMk cId="74820880" sldId="277"/>
            <ac:graphicFrameMk id="42" creationId="{2E134810-2182-107A-D095-5FDC8EB6E5C2}"/>
          </ac:graphicFrameMkLst>
        </pc:graphicFrameChg>
        <pc:picChg chg="add mod">
          <ac:chgData name="Harsh Jain" userId="S::hj178@duke.edu::e34c7272-1501-4a05-8ac0-d92d3b760f48" providerId="AD" clId="Web-{1524EF5E-1893-2E09-F1B5-342A56DBFD18}" dt="2024-10-29T23:02:21.770" v="184" actId="1076"/>
          <ac:picMkLst>
            <pc:docMk/>
            <pc:sldMk cId="74820880" sldId="277"/>
            <ac:picMk id="14" creationId="{BF0A3C56-DA55-9087-046C-E60FD1538DCA}"/>
          </ac:picMkLst>
        </pc:picChg>
        <pc:picChg chg="add mod">
          <ac:chgData name="Harsh Jain" userId="S::hj178@duke.edu::e34c7272-1501-4a05-8ac0-d92d3b760f48" providerId="AD" clId="Web-{1524EF5E-1893-2E09-F1B5-342A56DBFD18}" dt="2024-10-29T23:02:39.396" v="205" actId="1076"/>
          <ac:picMkLst>
            <pc:docMk/>
            <pc:sldMk cId="74820880" sldId="277"/>
            <ac:picMk id="16" creationId="{75230B83-D9A7-910D-6299-92910DC0B77B}"/>
          </ac:picMkLst>
        </pc:picChg>
        <pc:picChg chg="add mod">
          <ac:chgData name="Harsh Jain" userId="S::hj178@duke.edu::e34c7272-1501-4a05-8ac0-d92d3b760f48" providerId="AD" clId="Web-{1524EF5E-1893-2E09-F1B5-342A56DBFD18}" dt="2024-10-29T23:02:39.411" v="206" actId="1076"/>
          <ac:picMkLst>
            <pc:docMk/>
            <pc:sldMk cId="74820880" sldId="277"/>
            <ac:picMk id="18" creationId="{2EEC7925-4A31-9B27-AF93-56EE92AE51B5}"/>
          </ac:picMkLst>
        </pc:picChg>
        <pc:picChg chg="add mod">
          <ac:chgData name="Harsh Jain" userId="S::hj178@duke.edu::e34c7272-1501-4a05-8ac0-d92d3b760f48" providerId="AD" clId="Web-{1524EF5E-1893-2E09-F1B5-342A56DBFD18}" dt="2024-10-29T23:02:39.442" v="207" actId="1076"/>
          <ac:picMkLst>
            <pc:docMk/>
            <pc:sldMk cId="74820880" sldId="277"/>
            <ac:picMk id="34" creationId="{A6359B63-2609-D60B-45EE-DC904EC90172}"/>
          </ac:picMkLst>
        </pc:picChg>
        <pc:picChg chg="add mod">
          <ac:chgData name="Harsh Jain" userId="S::hj178@duke.edu::e34c7272-1501-4a05-8ac0-d92d3b760f48" providerId="AD" clId="Web-{1524EF5E-1893-2E09-F1B5-342A56DBFD18}" dt="2024-10-29T23:02:39.458" v="208" actId="1076"/>
          <ac:picMkLst>
            <pc:docMk/>
            <pc:sldMk cId="74820880" sldId="277"/>
            <ac:picMk id="36" creationId="{E4CBF7C0-87D7-0420-1C65-BF109866F6BF}"/>
          </ac:picMkLst>
        </pc:picChg>
        <pc:picChg chg="add mod">
          <ac:chgData name="Harsh Jain" userId="S::hj178@duke.edu::e34c7272-1501-4a05-8ac0-d92d3b760f48" providerId="AD" clId="Web-{1524EF5E-1893-2E09-F1B5-342A56DBFD18}" dt="2024-10-29T23:02:39.474" v="209" actId="1076"/>
          <ac:picMkLst>
            <pc:docMk/>
            <pc:sldMk cId="74820880" sldId="277"/>
            <ac:picMk id="38" creationId="{AACB52DD-C891-0570-DB48-038023056E71}"/>
          </ac:picMkLst>
        </pc:picChg>
        <pc:picChg chg="add mod">
          <ac:chgData name="Harsh Jain" userId="S::hj178@duke.edu::e34c7272-1501-4a05-8ac0-d92d3b760f48" providerId="AD" clId="Web-{1524EF5E-1893-2E09-F1B5-342A56DBFD18}" dt="2024-10-29T23:03:13.834" v="220" actId="1076"/>
          <ac:picMkLst>
            <pc:docMk/>
            <pc:sldMk cId="74820880" sldId="277"/>
            <ac:picMk id="44" creationId="{9E898D14-1F1E-7EB1-615A-22D338EE5C16}"/>
          </ac:picMkLst>
        </pc:picChg>
        <pc:picChg chg="add mod">
          <ac:chgData name="Harsh Jain" userId="S::hj178@duke.edu::e34c7272-1501-4a05-8ac0-d92d3b760f48" providerId="AD" clId="Web-{1524EF5E-1893-2E09-F1B5-342A56DBFD18}" dt="2024-10-29T23:03:13.866" v="221" actId="1076"/>
          <ac:picMkLst>
            <pc:docMk/>
            <pc:sldMk cId="74820880" sldId="277"/>
            <ac:picMk id="46" creationId="{D8AAF496-1077-179C-5D11-43843189ACD2}"/>
          </ac:picMkLst>
        </pc:picChg>
        <pc:picChg chg="add mod">
          <ac:chgData name="Harsh Jain" userId="S::hj178@duke.edu::e34c7272-1501-4a05-8ac0-d92d3b760f48" providerId="AD" clId="Web-{1524EF5E-1893-2E09-F1B5-342A56DBFD18}" dt="2024-10-29T23:03:13.881" v="222" actId="1076"/>
          <ac:picMkLst>
            <pc:docMk/>
            <pc:sldMk cId="74820880" sldId="277"/>
            <ac:picMk id="48" creationId="{83E23273-EC9A-DFC4-964D-CDDB55F4C5E9}"/>
          </ac:picMkLst>
        </pc:picChg>
        <pc:picChg chg="add mod">
          <ac:chgData name="Harsh Jain" userId="S::hj178@duke.edu::e34c7272-1501-4a05-8ac0-d92d3b760f48" providerId="AD" clId="Web-{1524EF5E-1893-2E09-F1B5-342A56DBFD18}" dt="2024-10-29T23:03:13.913" v="223" actId="1076"/>
          <ac:picMkLst>
            <pc:docMk/>
            <pc:sldMk cId="74820880" sldId="277"/>
            <ac:picMk id="50" creationId="{BB967E86-48E5-F4F6-648C-48111DB7359E}"/>
          </ac:picMkLst>
        </pc:picChg>
        <pc:picChg chg="add mod">
          <ac:chgData name="Harsh Jain" userId="S::hj178@duke.edu::e34c7272-1501-4a05-8ac0-d92d3b760f48" providerId="AD" clId="Web-{1524EF5E-1893-2E09-F1B5-342A56DBFD18}" dt="2024-10-29T23:03:13.944" v="224" actId="1076"/>
          <ac:picMkLst>
            <pc:docMk/>
            <pc:sldMk cId="74820880" sldId="277"/>
            <ac:picMk id="52" creationId="{1ABBB6A4-5E2D-F0F9-B774-47F8000F09F2}"/>
          </ac:picMkLst>
        </pc:picChg>
        <pc:picChg chg="add mod">
          <ac:chgData name="Harsh Jain" userId="S::hj178@duke.edu::e34c7272-1501-4a05-8ac0-d92d3b760f48" providerId="AD" clId="Web-{1524EF5E-1893-2E09-F1B5-342A56DBFD18}" dt="2024-10-29T23:03:13.959" v="225" actId="1076"/>
          <ac:picMkLst>
            <pc:docMk/>
            <pc:sldMk cId="74820880" sldId="277"/>
            <ac:picMk id="54" creationId="{8AC276CD-46EF-5527-8EEE-0353C609CABE}"/>
          </ac:picMkLst>
        </pc:picChg>
        <pc:cxnChg chg="mod">
          <ac:chgData name="Harsh Jain" userId="S::hj178@duke.edu::e34c7272-1501-4a05-8ac0-d92d3b760f48" providerId="AD" clId="Web-{1524EF5E-1893-2E09-F1B5-342A56DBFD18}" dt="2024-10-29T23:02:44.021" v="212" actId="1076"/>
          <ac:cxnSpMkLst>
            <pc:docMk/>
            <pc:sldMk cId="74820880" sldId="277"/>
            <ac:cxnSpMk id="20" creationId="{DBE4142C-7E39-E5A4-826A-542A4B6D6131}"/>
          </ac:cxnSpMkLst>
        </pc:cxnChg>
        <pc:cxnChg chg="mod">
          <ac:chgData name="Harsh Jain" userId="S::hj178@duke.edu::e34c7272-1501-4a05-8ac0-d92d3b760f48" providerId="AD" clId="Web-{1524EF5E-1893-2E09-F1B5-342A56DBFD18}" dt="2024-10-29T23:02:21.770" v="176" actId="1076"/>
          <ac:cxnSpMkLst>
            <pc:docMk/>
            <pc:sldMk cId="74820880" sldId="277"/>
            <ac:cxnSpMk id="21" creationId="{BCE8B6F9-A86E-7397-3564-AC0F5B0D0763}"/>
          </ac:cxnSpMkLst>
        </pc:cxnChg>
      </pc:sldChg>
      <pc:sldChg chg="addSp delSp modSp add replId">
        <pc:chgData name="Harsh Jain" userId="S::hj178@duke.edu::e34c7272-1501-4a05-8ac0-d92d3b760f48" providerId="AD" clId="Web-{1524EF5E-1893-2E09-F1B5-342A56DBFD18}" dt="2024-10-29T23:16:59.858" v="514" actId="1076"/>
        <pc:sldMkLst>
          <pc:docMk/>
          <pc:sldMk cId="3144237048" sldId="277"/>
        </pc:sldMkLst>
        <pc:spChg chg="del">
          <ac:chgData name="Harsh Jain" userId="S::hj178@duke.edu::e34c7272-1501-4a05-8ac0-d92d3b760f48" providerId="AD" clId="Web-{1524EF5E-1893-2E09-F1B5-342A56DBFD18}" dt="2024-10-29T23:03:55.273" v="239"/>
          <ac:spMkLst>
            <pc:docMk/>
            <pc:sldMk cId="3144237048" sldId="277"/>
            <ac:spMk id="2" creationId="{7AE08CAA-65E5-E998-4D7D-9104AB061F8B}"/>
          </ac:spMkLst>
        </pc:spChg>
        <pc:spChg chg="mod">
          <ac:chgData name="Harsh Jain" userId="S::hj178@duke.edu::e34c7272-1501-4a05-8ac0-d92d3b760f48" providerId="AD" clId="Web-{1524EF5E-1893-2E09-F1B5-342A56DBFD18}" dt="2024-10-29T23:16:59.858" v="514" actId="1076"/>
          <ac:spMkLst>
            <pc:docMk/>
            <pc:sldMk cId="3144237048" sldId="277"/>
            <ac:spMk id="5" creationId="{A6BF6E0A-F516-9DEE-27D1-EE9148006B3F}"/>
          </ac:spMkLst>
        </pc:spChg>
        <pc:spChg chg="add del">
          <ac:chgData name="Harsh Jain" userId="S::hj178@duke.edu::e34c7272-1501-4a05-8ac0-d92d3b760f48" providerId="AD" clId="Web-{1524EF5E-1893-2E09-F1B5-342A56DBFD18}" dt="2024-10-29T23:04:22.228" v="258"/>
          <ac:spMkLst>
            <pc:docMk/>
            <pc:sldMk cId="3144237048" sldId="277"/>
            <ac:spMk id="7" creationId="{F638EA1A-D48F-1960-FE90-0DBC8C0C937A}"/>
          </ac:spMkLst>
        </pc:spChg>
        <pc:spChg chg="del">
          <ac:chgData name="Harsh Jain" userId="S::hj178@duke.edu::e34c7272-1501-4a05-8ac0-d92d3b760f48" providerId="AD" clId="Web-{1524EF5E-1893-2E09-F1B5-342A56DBFD18}" dt="2024-10-29T23:04:01.680" v="245"/>
          <ac:spMkLst>
            <pc:docMk/>
            <pc:sldMk cId="3144237048" sldId="277"/>
            <ac:spMk id="8" creationId="{041674EB-5DCF-83CB-1857-584EADE60D36}"/>
          </ac:spMkLst>
        </pc:spChg>
        <pc:spChg chg="del">
          <ac:chgData name="Harsh Jain" userId="S::hj178@duke.edu::e34c7272-1501-4a05-8ac0-d92d3b760f48" providerId="AD" clId="Web-{1524EF5E-1893-2E09-F1B5-342A56DBFD18}" dt="2024-10-29T23:04:00.055" v="243"/>
          <ac:spMkLst>
            <pc:docMk/>
            <pc:sldMk cId="3144237048" sldId="277"/>
            <ac:spMk id="9" creationId="{745F4B50-57C6-3103-A123-2FECF8ABA5B8}"/>
          </ac:spMkLst>
        </pc:spChg>
        <pc:spChg chg="add del">
          <ac:chgData name="Harsh Jain" userId="S::hj178@duke.edu::e34c7272-1501-4a05-8ac0-d92d3b760f48" providerId="AD" clId="Web-{1524EF5E-1893-2E09-F1B5-342A56DBFD18}" dt="2024-10-29T23:04:14.743" v="257"/>
          <ac:spMkLst>
            <pc:docMk/>
            <pc:sldMk cId="3144237048" sldId="277"/>
            <ac:spMk id="11" creationId="{A6BB25D7-B8A3-1B35-18D7-B5643D67AD5A}"/>
          </ac:spMkLst>
        </pc:spChg>
        <pc:spChg chg="del">
          <ac:chgData name="Harsh Jain" userId="S::hj178@duke.edu::e34c7272-1501-4a05-8ac0-d92d3b760f48" providerId="AD" clId="Web-{1524EF5E-1893-2E09-F1B5-342A56DBFD18}" dt="2024-10-29T23:03:57.211" v="242"/>
          <ac:spMkLst>
            <pc:docMk/>
            <pc:sldMk cId="3144237048" sldId="277"/>
            <ac:spMk id="19" creationId="{383C180B-4D1A-222F-EDFC-02FB4466CFD8}"/>
          </ac:spMkLst>
        </pc:spChg>
        <pc:spChg chg="add del">
          <ac:chgData name="Harsh Jain" userId="S::hj178@duke.edu::e34c7272-1501-4a05-8ac0-d92d3b760f48" providerId="AD" clId="Web-{1524EF5E-1893-2E09-F1B5-342A56DBFD18}" dt="2024-10-29T23:13:42.335" v="456"/>
          <ac:spMkLst>
            <pc:docMk/>
            <pc:sldMk cId="3144237048" sldId="277"/>
            <ac:spMk id="24" creationId="{70537B23-F028-2A44-0251-A18A4DE9C464}"/>
          </ac:spMkLst>
        </pc:spChg>
        <pc:spChg chg="del">
          <ac:chgData name="Harsh Jain" userId="S::hj178@duke.edu::e34c7272-1501-4a05-8ac0-d92d3b760f48" providerId="AD" clId="Web-{1524EF5E-1893-2E09-F1B5-342A56DBFD18}" dt="2024-10-29T23:03:55.273" v="240"/>
          <ac:spMkLst>
            <pc:docMk/>
            <pc:sldMk cId="3144237048" sldId="277"/>
            <ac:spMk id="25" creationId="{AF90469E-6721-1EBD-BF86-DA1867D5A7A6}"/>
          </ac:spMkLst>
        </pc:spChg>
        <pc:spChg chg="del">
          <ac:chgData name="Harsh Jain" userId="S::hj178@duke.edu::e34c7272-1501-4a05-8ac0-d92d3b760f48" providerId="AD" clId="Web-{1524EF5E-1893-2E09-F1B5-342A56DBFD18}" dt="2024-10-29T23:04:00.055" v="244"/>
          <ac:spMkLst>
            <pc:docMk/>
            <pc:sldMk cId="3144237048" sldId="277"/>
            <ac:spMk id="26" creationId="{8B4A93EF-765C-AEDF-670B-8A96E8C75938}"/>
          </ac:spMkLst>
        </pc:spChg>
        <pc:spChg chg="del">
          <ac:chgData name="Harsh Jain" userId="S::hj178@duke.edu::e34c7272-1501-4a05-8ac0-d92d3b760f48" providerId="AD" clId="Web-{1524EF5E-1893-2E09-F1B5-342A56DBFD18}" dt="2024-10-29T23:03:57.211" v="241"/>
          <ac:spMkLst>
            <pc:docMk/>
            <pc:sldMk cId="3144237048" sldId="277"/>
            <ac:spMk id="27" creationId="{F39AAB54-80A1-B864-1AAE-2985970BDDAC}"/>
          </ac:spMkLst>
        </pc:spChg>
        <pc:spChg chg="del">
          <ac:chgData name="Harsh Jain" userId="S::hj178@duke.edu::e34c7272-1501-4a05-8ac0-d92d3b760f48" providerId="AD" clId="Web-{1524EF5E-1893-2E09-F1B5-342A56DBFD18}" dt="2024-10-29T23:04:01.680" v="246"/>
          <ac:spMkLst>
            <pc:docMk/>
            <pc:sldMk cId="3144237048" sldId="277"/>
            <ac:spMk id="28" creationId="{EE0D5FB5-2D65-329C-DCE8-A8565B42B0A0}"/>
          </ac:spMkLst>
        </pc:spChg>
        <pc:spChg chg="add mod">
          <ac:chgData name="Harsh Jain" userId="S::hj178@duke.edu::e34c7272-1501-4a05-8ac0-d92d3b760f48" providerId="AD" clId="Web-{1524EF5E-1893-2E09-F1B5-342A56DBFD18}" dt="2024-10-29T23:05:38.059" v="279" actId="1076"/>
          <ac:spMkLst>
            <pc:docMk/>
            <pc:sldMk cId="3144237048" sldId="277"/>
            <ac:spMk id="41" creationId="{1F2D8989-5269-E012-04FB-941B4729F89D}"/>
          </ac:spMkLst>
        </pc:spChg>
        <pc:spChg chg="add mod">
          <ac:chgData name="Harsh Jain" userId="S::hj178@duke.edu::e34c7272-1501-4a05-8ac0-d92d3b760f48" providerId="AD" clId="Web-{1524EF5E-1893-2E09-F1B5-342A56DBFD18}" dt="2024-10-29T23:08:20.143" v="325" actId="1076"/>
          <ac:spMkLst>
            <pc:docMk/>
            <pc:sldMk cId="3144237048" sldId="277"/>
            <ac:spMk id="57" creationId="{1B2A65DF-A33D-1ED3-BD69-E3F8F86709AE}"/>
          </ac:spMkLst>
        </pc:spChg>
        <pc:spChg chg="add del">
          <ac:chgData name="Harsh Jain" userId="S::hj178@duke.edu::e34c7272-1501-4a05-8ac0-d92d3b760f48" providerId="AD" clId="Web-{1524EF5E-1893-2E09-F1B5-342A56DBFD18}" dt="2024-10-29T23:09:21.692" v="343"/>
          <ac:spMkLst>
            <pc:docMk/>
            <pc:sldMk cId="3144237048" sldId="277"/>
            <ac:spMk id="59" creationId="{7D3CF0EF-28D6-8916-FF17-A137D85EF8F6}"/>
          </ac:spMkLst>
        </pc:spChg>
        <pc:spChg chg="add mod">
          <ac:chgData name="Harsh Jain" userId="S::hj178@duke.edu::e34c7272-1501-4a05-8ac0-d92d3b760f48" providerId="AD" clId="Web-{1524EF5E-1893-2E09-F1B5-342A56DBFD18}" dt="2024-10-29T23:11:16.103" v="393" actId="1076"/>
          <ac:spMkLst>
            <pc:docMk/>
            <pc:sldMk cId="3144237048" sldId="277"/>
            <ac:spMk id="75" creationId="{15BD5E34-C772-9802-DFE7-DFDD42DA8099}"/>
          </ac:spMkLst>
        </pc:spChg>
        <pc:spChg chg="add del">
          <ac:chgData name="Harsh Jain" userId="S::hj178@duke.edu::e34c7272-1501-4a05-8ac0-d92d3b760f48" providerId="AD" clId="Web-{1524EF5E-1893-2E09-F1B5-342A56DBFD18}" dt="2024-10-29T23:13:45.710" v="457"/>
          <ac:spMkLst>
            <pc:docMk/>
            <pc:sldMk cId="3144237048" sldId="277"/>
            <ac:spMk id="77" creationId="{1B10DA41-1001-C4A8-0F8E-DB2C081BAEA6}"/>
          </ac:spMkLst>
        </pc:spChg>
        <pc:spChg chg="add mod">
          <ac:chgData name="Harsh Jain" userId="S::hj178@duke.edu::e34c7272-1501-4a05-8ac0-d92d3b760f48" providerId="AD" clId="Web-{1524EF5E-1893-2E09-F1B5-342A56DBFD18}" dt="2024-10-29T23:14:05.961" v="481" actId="1076"/>
          <ac:spMkLst>
            <pc:docMk/>
            <pc:sldMk cId="3144237048" sldId="277"/>
            <ac:spMk id="93" creationId="{1B88E9A2-8BC0-F19B-5DFE-6390F3026435}"/>
          </ac:spMkLst>
        </pc:spChg>
        <pc:graphicFrameChg chg="add mod modGraphic">
          <ac:chgData name="Harsh Jain" userId="S::hj178@duke.edu::e34c7272-1501-4a05-8ac0-d92d3b760f48" providerId="AD" clId="Web-{1524EF5E-1893-2E09-F1B5-342A56DBFD18}" dt="2024-10-29T23:06:19.232" v="293"/>
          <ac:graphicFrameMkLst>
            <pc:docMk/>
            <pc:sldMk cId="3144237048" sldId="277"/>
            <ac:graphicFrameMk id="13" creationId="{C8471D0B-7841-F08C-A7A0-21B251561747}"/>
          </ac:graphicFrameMkLst>
        </pc:graphicFrameChg>
        <pc:graphicFrameChg chg="add mod modGraphic">
          <ac:chgData name="Harsh Jain" userId="S::hj178@duke.edu::e34c7272-1501-4a05-8ac0-d92d3b760f48" providerId="AD" clId="Web-{1524EF5E-1893-2E09-F1B5-342A56DBFD18}" dt="2024-10-29T23:08:20.174" v="326" actId="1076"/>
          <ac:graphicFrameMkLst>
            <pc:docMk/>
            <pc:sldMk cId="3144237048" sldId="277"/>
            <ac:graphicFrameMk id="43" creationId="{89D45AE5-0223-56C8-F81C-28AF62F3FC9C}"/>
          </ac:graphicFrameMkLst>
        </pc:graphicFrameChg>
        <pc:graphicFrameChg chg="add mod modGraphic">
          <ac:chgData name="Harsh Jain" userId="S::hj178@duke.edu::e34c7272-1501-4a05-8ac0-d92d3b760f48" providerId="AD" clId="Web-{1524EF5E-1893-2E09-F1B5-342A56DBFD18}" dt="2024-10-29T23:12:36.504" v="432"/>
          <ac:graphicFrameMkLst>
            <pc:docMk/>
            <pc:sldMk cId="3144237048" sldId="277"/>
            <ac:graphicFrameMk id="61" creationId="{2EE6877D-41DD-1802-9140-41FC7E34403A}"/>
          </ac:graphicFrameMkLst>
        </pc:graphicFrameChg>
        <pc:graphicFrameChg chg="add mod modGraphic">
          <ac:chgData name="Harsh Jain" userId="S::hj178@duke.edu::e34c7272-1501-4a05-8ac0-d92d3b760f48" providerId="AD" clId="Web-{1524EF5E-1893-2E09-F1B5-342A56DBFD18}" dt="2024-10-29T23:14:40.337" v="490"/>
          <ac:graphicFrameMkLst>
            <pc:docMk/>
            <pc:sldMk cId="3144237048" sldId="277"/>
            <ac:graphicFrameMk id="79" creationId="{30B2C4BD-D7E2-46B9-987B-227BA7FA93A9}"/>
          </ac:graphicFrameMkLst>
        </pc:graphicFrameChg>
        <pc:picChg chg="add mod">
          <ac:chgData name="Harsh Jain" userId="S::hj178@duke.edu::e34c7272-1501-4a05-8ac0-d92d3b760f48" providerId="AD" clId="Web-{1524EF5E-1893-2E09-F1B5-342A56DBFD18}" dt="2024-10-29T23:06:41.030" v="296" actId="1076"/>
          <ac:picMkLst>
            <pc:docMk/>
            <pc:sldMk cId="3144237048" sldId="277"/>
            <ac:picMk id="15" creationId="{4B620D63-8A9A-77A0-9EA5-7AC9C14D044B}"/>
          </ac:picMkLst>
        </pc:picChg>
        <pc:picChg chg="add mod">
          <ac:chgData name="Harsh Jain" userId="S::hj178@duke.edu::e34c7272-1501-4a05-8ac0-d92d3b760f48" providerId="AD" clId="Web-{1524EF5E-1893-2E09-F1B5-342A56DBFD18}" dt="2024-10-29T23:05:37.965" v="274" actId="1076"/>
          <ac:picMkLst>
            <pc:docMk/>
            <pc:sldMk cId="3144237048" sldId="277"/>
            <ac:picMk id="17" creationId="{FB0A70CF-145D-46A2-318F-49784EDA4E8F}"/>
          </ac:picMkLst>
        </pc:picChg>
        <pc:picChg chg="add mod">
          <ac:chgData name="Harsh Jain" userId="S::hj178@duke.edu::e34c7272-1501-4a05-8ac0-d92d3b760f48" providerId="AD" clId="Web-{1524EF5E-1893-2E09-F1B5-342A56DBFD18}" dt="2024-10-29T23:05:37.982" v="275" actId="1076"/>
          <ac:picMkLst>
            <pc:docMk/>
            <pc:sldMk cId="3144237048" sldId="277"/>
            <ac:picMk id="33" creationId="{2EE272DA-B67E-D616-3210-146E416CCC8E}"/>
          </ac:picMkLst>
        </pc:picChg>
        <pc:picChg chg="add mod">
          <ac:chgData name="Harsh Jain" userId="S::hj178@duke.edu::e34c7272-1501-4a05-8ac0-d92d3b760f48" providerId="AD" clId="Web-{1524EF5E-1893-2E09-F1B5-342A56DBFD18}" dt="2024-10-29T23:05:37.996" v="276" actId="1076"/>
          <ac:picMkLst>
            <pc:docMk/>
            <pc:sldMk cId="3144237048" sldId="277"/>
            <ac:picMk id="35" creationId="{CFF5E8F0-D12C-8ED7-73AB-2EB2782842CA}"/>
          </ac:picMkLst>
        </pc:picChg>
        <pc:picChg chg="add mod">
          <ac:chgData name="Harsh Jain" userId="S::hj178@duke.edu::e34c7272-1501-4a05-8ac0-d92d3b760f48" providerId="AD" clId="Web-{1524EF5E-1893-2E09-F1B5-342A56DBFD18}" dt="2024-10-29T23:05:38.027" v="277" actId="1076"/>
          <ac:picMkLst>
            <pc:docMk/>
            <pc:sldMk cId="3144237048" sldId="277"/>
            <ac:picMk id="37" creationId="{2DF3B045-5F00-C538-C9E7-D2C3B49D82FF}"/>
          </ac:picMkLst>
        </pc:picChg>
        <pc:picChg chg="add mod">
          <ac:chgData name="Harsh Jain" userId="S::hj178@duke.edu::e34c7272-1501-4a05-8ac0-d92d3b760f48" providerId="AD" clId="Web-{1524EF5E-1893-2E09-F1B5-342A56DBFD18}" dt="2024-10-29T23:06:35.920" v="295" actId="1076"/>
          <ac:picMkLst>
            <pc:docMk/>
            <pc:sldMk cId="3144237048" sldId="277"/>
            <ac:picMk id="39" creationId="{EA2155F6-2CC9-CE7A-CEFD-D3E4E0D1FFF2}"/>
          </ac:picMkLst>
        </pc:picChg>
        <pc:picChg chg="add mod">
          <ac:chgData name="Harsh Jain" userId="S::hj178@duke.edu::e34c7272-1501-4a05-8ac0-d92d3b760f48" providerId="AD" clId="Web-{1524EF5E-1893-2E09-F1B5-342A56DBFD18}" dt="2024-10-29T23:08:20.190" v="327" actId="1076"/>
          <ac:picMkLst>
            <pc:docMk/>
            <pc:sldMk cId="3144237048" sldId="277"/>
            <ac:picMk id="45" creationId="{BFFFFEA5-AD19-9003-04A7-7DF8487A5890}"/>
          </ac:picMkLst>
        </pc:picChg>
        <pc:picChg chg="add mod">
          <ac:chgData name="Harsh Jain" userId="S::hj178@duke.edu::e34c7272-1501-4a05-8ac0-d92d3b760f48" providerId="AD" clId="Web-{1524EF5E-1893-2E09-F1B5-342A56DBFD18}" dt="2024-10-29T23:08:20.221" v="328" actId="1076"/>
          <ac:picMkLst>
            <pc:docMk/>
            <pc:sldMk cId="3144237048" sldId="277"/>
            <ac:picMk id="47" creationId="{9ACEEA8B-8238-0A06-0792-78514751D597}"/>
          </ac:picMkLst>
        </pc:picChg>
        <pc:picChg chg="add mod">
          <ac:chgData name="Harsh Jain" userId="S::hj178@duke.edu::e34c7272-1501-4a05-8ac0-d92d3b760f48" providerId="AD" clId="Web-{1524EF5E-1893-2E09-F1B5-342A56DBFD18}" dt="2024-10-29T23:08:20.237" v="329" actId="1076"/>
          <ac:picMkLst>
            <pc:docMk/>
            <pc:sldMk cId="3144237048" sldId="277"/>
            <ac:picMk id="49" creationId="{66D0B89B-E047-E4B2-4A14-B7C13460AF0A}"/>
          </ac:picMkLst>
        </pc:picChg>
        <pc:picChg chg="add mod">
          <ac:chgData name="Harsh Jain" userId="S::hj178@duke.edu::e34c7272-1501-4a05-8ac0-d92d3b760f48" providerId="AD" clId="Web-{1524EF5E-1893-2E09-F1B5-342A56DBFD18}" dt="2024-10-29T23:08:20.268" v="330" actId="1076"/>
          <ac:picMkLst>
            <pc:docMk/>
            <pc:sldMk cId="3144237048" sldId="277"/>
            <ac:picMk id="51" creationId="{89B575A4-EBC6-5CA4-DC5A-CA348130D5AE}"/>
          </ac:picMkLst>
        </pc:picChg>
        <pc:picChg chg="add mod">
          <ac:chgData name="Harsh Jain" userId="S::hj178@duke.edu::e34c7272-1501-4a05-8ac0-d92d3b760f48" providerId="AD" clId="Web-{1524EF5E-1893-2E09-F1B5-342A56DBFD18}" dt="2024-10-29T23:08:20.284" v="331" actId="1076"/>
          <ac:picMkLst>
            <pc:docMk/>
            <pc:sldMk cId="3144237048" sldId="277"/>
            <ac:picMk id="53" creationId="{99E51EAA-4615-572E-9DEF-843256BFC723}"/>
          </ac:picMkLst>
        </pc:picChg>
        <pc:picChg chg="add mod">
          <ac:chgData name="Harsh Jain" userId="S::hj178@duke.edu::e34c7272-1501-4a05-8ac0-d92d3b760f48" providerId="AD" clId="Web-{1524EF5E-1893-2E09-F1B5-342A56DBFD18}" dt="2024-10-29T23:08:20.315" v="332" actId="1076"/>
          <ac:picMkLst>
            <pc:docMk/>
            <pc:sldMk cId="3144237048" sldId="277"/>
            <ac:picMk id="55" creationId="{A933EAFD-BD59-846A-F877-E76581EC44FD}"/>
          </ac:picMkLst>
        </pc:picChg>
        <pc:picChg chg="add mod">
          <ac:chgData name="Harsh Jain" userId="S::hj178@duke.edu::e34c7272-1501-4a05-8ac0-d92d3b760f48" providerId="AD" clId="Web-{1524EF5E-1893-2E09-F1B5-342A56DBFD18}" dt="2024-10-29T23:12:43.442" v="433" actId="14100"/>
          <ac:picMkLst>
            <pc:docMk/>
            <pc:sldMk cId="3144237048" sldId="277"/>
            <ac:picMk id="63" creationId="{C7D5EA80-4542-6799-5FA9-332688EB323D}"/>
          </ac:picMkLst>
        </pc:picChg>
        <pc:picChg chg="add mod">
          <ac:chgData name="Harsh Jain" userId="S::hj178@duke.edu::e34c7272-1501-4a05-8ac0-d92d3b760f48" providerId="AD" clId="Web-{1524EF5E-1893-2E09-F1B5-342A56DBFD18}" dt="2024-10-29T23:12:57.271" v="437" actId="1076"/>
          <ac:picMkLst>
            <pc:docMk/>
            <pc:sldMk cId="3144237048" sldId="277"/>
            <ac:picMk id="65" creationId="{69280FC2-58C2-D41F-CA09-0B86CB86249F}"/>
          </ac:picMkLst>
        </pc:picChg>
        <pc:picChg chg="add mod">
          <ac:chgData name="Harsh Jain" userId="S::hj178@duke.edu::e34c7272-1501-4a05-8ac0-d92d3b760f48" providerId="AD" clId="Web-{1524EF5E-1893-2E09-F1B5-342A56DBFD18}" dt="2024-10-29T23:12:59.630" v="438" actId="1076"/>
          <ac:picMkLst>
            <pc:docMk/>
            <pc:sldMk cId="3144237048" sldId="277"/>
            <ac:picMk id="67" creationId="{3992BA3A-1894-832F-90CC-EA7C859766C3}"/>
          </ac:picMkLst>
        </pc:picChg>
        <pc:picChg chg="add mod">
          <ac:chgData name="Harsh Jain" userId="S::hj178@duke.edu::e34c7272-1501-4a05-8ac0-d92d3b760f48" providerId="AD" clId="Web-{1524EF5E-1893-2E09-F1B5-342A56DBFD18}" dt="2024-10-29T23:12:54.302" v="436" actId="1076"/>
          <ac:picMkLst>
            <pc:docMk/>
            <pc:sldMk cId="3144237048" sldId="277"/>
            <ac:picMk id="69" creationId="{06DF3E8D-1F05-F8B2-14BA-23E35DDDCFEB}"/>
          </ac:picMkLst>
        </pc:picChg>
        <pc:picChg chg="add mod">
          <ac:chgData name="Harsh Jain" userId="S::hj178@duke.edu::e34c7272-1501-4a05-8ac0-d92d3b760f48" providerId="AD" clId="Web-{1524EF5E-1893-2E09-F1B5-342A56DBFD18}" dt="2024-10-29T23:13:06.146" v="440" actId="1076"/>
          <ac:picMkLst>
            <pc:docMk/>
            <pc:sldMk cId="3144237048" sldId="277"/>
            <ac:picMk id="71" creationId="{E57F5764-5823-89D5-DC38-943225898639}"/>
          </ac:picMkLst>
        </pc:picChg>
        <pc:picChg chg="add mod">
          <ac:chgData name="Harsh Jain" userId="S::hj178@duke.edu::e34c7272-1501-4a05-8ac0-d92d3b760f48" providerId="AD" clId="Web-{1524EF5E-1893-2E09-F1B5-342A56DBFD18}" dt="2024-10-29T23:13:16.162" v="443" actId="1076"/>
          <ac:picMkLst>
            <pc:docMk/>
            <pc:sldMk cId="3144237048" sldId="277"/>
            <ac:picMk id="73" creationId="{C9B7D944-C5E5-448B-ACBF-355FD9DF9542}"/>
          </ac:picMkLst>
        </pc:picChg>
        <pc:picChg chg="add mod">
          <ac:chgData name="Harsh Jain" userId="S::hj178@duke.edu::e34c7272-1501-4a05-8ac0-d92d3b760f48" providerId="AD" clId="Web-{1524EF5E-1893-2E09-F1B5-342A56DBFD18}" dt="2024-10-29T23:15:00.353" v="496" actId="1076"/>
          <ac:picMkLst>
            <pc:docMk/>
            <pc:sldMk cId="3144237048" sldId="277"/>
            <ac:picMk id="81" creationId="{5CCB2F5E-1884-8D47-6A7C-68E9CB977B3B}"/>
          </ac:picMkLst>
        </pc:picChg>
        <pc:picChg chg="add mod">
          <ac:chgData name="Harsh Jain" userId="S::hj178@duke.edu::e34c7272-1501-4a05-8ac0-d92d3b760f48" providerId="AD" clId="Web-{1524EF5E-1893-2E09-F1B5-342A56DBFD18}" dt="2024-10-29T23:14:05.758" v="476" actId="1076"/>
          <ac:picMkLst>
            <pc:docMk/>
            <pc:sldMk cId="3144237048" sldId="277"/>
            <ac:picMk id="83" creationId="{4751C30D-BC85-7FB9-211F-4AFCDB7877BF}"/>
          </ac:picMkLst>
        </pc:picChg>
        <pc:picChg chg="add mod">
          <ac:chgData name="Harsh Jain" userId="S::hj178@duke.edu::e34c7272-1501-4a05-8ac0-d92d3b760f48" providerId="AD" clId="Web-{1524EF5E-1893-2E09-F1B5-342A56DBFD18}" dt="2024-10-29T23:15:21.620" v="499" actId="1076"/>
          <ac:picMkLst>
            <pc:docMk/>
            <pc:sldMk cId="3144237048" sldId="277"/>
            <ac:picMk id="85" creationId="{267228FC-5A77-EACD-B1F6-6057FB84C277}"/>
          </ac:picMkLst>
        </pc:picChg>
        <pc:picChg chg="add mod">
          <ac:chgData name="Harsh Jain" userId="S::hj178@duke.edu::e34c7272-1501-4a05-8ac0-d92d3b760f48" providerId="AD" clId="Web-{1524EF5E-1893-2E09-F1B5-342A56DBFD18}" dt="2024-10-29T23:14:57.635" v="495" actId="1076"/>
          <ac:picMkLst>
            <pc:docMk/>
            <pc:sldMk cId="3144237048" sldId="277"/>
            <ac:picMk id="87" creationId="{C69B27A4-4B54-E935-95D2-B2BF057F357E}"/>
          </ac:picMkLst>
        </pc:picChg>
        <pc:picChg chg="add mod">
          <ac:chgData name="Harsh Jain" userId="S::hj178@duke.edu::e34c7272-1501-4a05-8ac0-d92d3b760f48" providerId="AD" clId="Web-{1524EF5E-1893-2E09-F1B5-342A56DBFD18}" dt="2024-10-29T23:15:07.588" v="498" actId="1076"/>
          <ac:picMkLst>
            <pc:docMk/>
            <pc:sldMk cId="3144237048" sldId="277"/>
            <ac:picMk id="89" creationId="{8B01F11A-C395-F539-877D-AFA9E94DA521}"/>
          </ac:picMkLst>
        </pc:picChg>
        <pc:picChg chg="add mod">
          <ac:chgData name="Harsh Jain" userId="S::hj178@duke.edu::e34c7272-1501-4a05-8ac0-d92d3b760f48" providerId="AD" clId="Web-{1524EF5E-1893-2E09-F1B5-342A56DBFD18}" dt="2024-10-29T23:15:29.011" v="500" actId="1076"/>
          <ac:picMkLst>
            <pc:docMk/>
            <pc:sldMk cId="3144237048" sldId="277"/>
            <ac:picMk id="91" creationId="{B221DE6F-43F5-C565-6735-973D5720FB67}"/>
          </ac:picMkLst>
        </pc:picChg>
      </pc:sldChg>
    </pc:docChg>
  </pc:docChgLst>
  <pc:docChgLst>
    <pc:chgData name="Nupur Mohapatra" userId="b9771a76-a249-4689-8b51-c86ee4750c41" providerId="ADAL" clId="{E0A3D1F3-9695-4F5F-9CDC-8A5CE8E3DDCC}"/>
    <pc:docChg chg="modSld">
      <pc:chgData name="Nupur Mohapatra" userId="b9771a76-a249-4689-8b51-c86ee4750c41" providerId="ADAL" clId="{E0A3D1F3-9695-4F5F-9CDC-8A5CE8E3DDCC}" dt="2024-12-02T21:00:56.849" v="2"/>
      <pc:docMkLst>
        <pc:docMk/>
      </pc:docMkLst>
      <pc:sldChg chg="modSp">
        <pc:chgData name="Nupur Mohapatra" userId="b9771a76-a249-4689-8b51-c86ee4750c41" providerId="ADAL" clId="{E0A3D1F3-9695-4F5F-9CDC-8A5CE8E3DDCC}" dt="2024-12-02T21:00:56.849" v="2"/>
        <pc:sldMkLst>
          <pc:docMk/>
          <pc:sldMk cId="3144237048" sldId="277"/>
        </pc:sldMkLst>
        <pc:graphicFrameChg chg="mod">
          <ac:chgData name="Nupur Mohapatra" userId="b9771a76-a249-4689-8b51-c86ee4750c41" providerId="ADAL" clId="{E0A3D1F3-9695-4F5F-9CDC-8A5CE8E3DDCC}" dt="2024-12-02T21:00:56.849" v="2"/>
          <ac:graphicFrameMkLst>
            <pc:docMk/>
            <pc:sldMk cId="3144237048" sldId="277"/>
            <ac:graphicFrameMk id="61" creationId="{2EE6877D-41DD-1802-9140-41FC7E34403A}"/>
          </ac:graphicFrameMkLst>
        </pc:graphicFrameChg>
      </pc:sldChg>
    </pc:docChg>
  </pc:docChgLst>
  <pc:docChgLst>
    <pc:chgData name="Sneh Pandey" userId="S::sp743@duke.edu::14082e1a-38cb-4dac-8abf-df68ee1cda3a" providerId="AD" clId="Web-{A04E7F0E-3111-E8FE-CFCE-810F2EDC773B}"/>
    <pc:docChg chg="modSld">
      <pc:chgData name="Sneh Pandey" userId="S::sp743@duke.edu::14082e1a-38cb-4dac-8abf-df68ee1cda3a" providerId="AD" clId="Web-{A04E7F0E-3111-E8FE-CFCE-810F2EDC773B}" dt="2024-10-29T23:02:25.563" v="2" actId="20577"/>
      <pc:docMkLst>
        <pc:docMk/>
      </pc:docMkLst>
      <pc:sldChg chg="modSp">
        <pc:chgData name="Sneh Pandey" userId="S::sp743@duke.edu::14082e1a-38cb-4dac-8abf-df68ee1cda3a" providerId="AD" clId="Web-{A04E7F0E-3111-E8FE-CFCE-810F2EDC773B}" dt="2024-10-29T23:02:25.563" v="2" actId="20577"/>
        <pc:sldMkLst>
          <pc:docMk/>
          <pc:sldMk cId="3075223748" sldId="271"/>
        </pc:sldMkLst>
        <pc:spChg chg="mod">
          <ac:chgData name="Sneh Pandey" userId="S::sp743@duke.edu::14082e1a-38cb-4dac-8abf-df68ee1cda3a" providerId="AD" clId="Web-{A04E7F0E-3111-E8FE-CFCE-810F2EDC773B}" dt="2024-10-29T23:02:25.563" v="2" actId="20577"/>
          <ac:spMkLst>
            <pc:docMk/>
            <pc:sldMk cId="3075223748" sldId="271"/>
            <ac:spMk id="4" creationId="{DBCE71A5-844D-158F-E0B8-0EACE48AE486}"/>
          </ac:spMkLst>
        </pc:spChg>
      </pc:sldChg>
    </pc:docChg>
  </pc:docChgLst>
  <pc:docChgLst>
    <pc:chgData name="Sneh Pandey" userId="S::sp743@duke.edu::14082e1a-38cb-4dac-8abf-df68ee1cda3a" providerId="AD" clId="Web-{F6968F58-228C-38FF-B967-2F1B6C794AAC}"/>
    <pc:docChg chg="mod modSld">
      <pc:chgData name="Sneh Pandey" userId="S::sp743@duke.edu::14082e1a-38cb-4dac-8abf-df68ee1cda3a" providerId="AD" clId="Web-{F6968F58-228C-38FF-B967-2F1B6C794AAC}" dt="2024-10-28T20:50:19.293" v="341" actId="20577"/>
      <pc:docMkLst>
        <pc:docMk/>
      </pc:docMkLst>
      <pc:sldChg chg="modSp">
        <pc:chgData name="Sneh Pandey" userId="S::sp743@duke.edu::14082e1a-38cb-4dac-8abf-df68ee1cda3a" providerId="AD" clId="Web-{F6968F58-228C-38FF-B967-2F1B6C794AAC}" dt="2024-10-28T20:50:19.293" v="341" actId="20577"/>
        <pc:sldMkLst>
          <pc:docMk/>
          <pc:sldMk cId="1241535169" sldId="269"/>
        </pc:sldMkLst>
        <pc:spChg chg="mod">
          <ac:chgData name="Sneh Pandey" userId="S::sp743@duke.edu::14082e1a-38cb-4dac-8abf-df68ee1cda3a" providerId="AD" clId="Web-{F6968F58-228C-38FF-B967-2F1B6C794AAC}" dt="2024-10-28T20:50:19.293" v="341" actId="20577"/>
          <ac:spMkLst>
            <pc:docMk/>
            <pc:sldMk cId="1241535169" sldId="269"/>
            <ac:spMk id="2" creationId="{3E5637E8-96F3-990C-84DC-69A2217CE62D}"/>
          </ac:spMkLst>
        </pc:spChg>
      </pc:sldChg>
      <pc:sldChg chg="modSp">
        <pc:chgData name="Sneh Pandey" userId="S::sp743@duke.edu::14082e1a-38cb-4dac-8abf-df68ee1cda3a" providerId="AD" clId="Web-{F6968F58-228C-38FF-B967-2F1B6C794AAC}" dt="2024-10-28T20:19:30.997" v="155" actId="20577"/>
        <pc:sldMkLst>
          <pc:docMk/>
          <pc:sldMk cId="1170844936" sldId="272"/>
        </pc:sldMkLst>
        <pc:spChg chg="mod">
          <ac:chgData name="Sneh Pandey" userId="S::sp743@duke.edu::14082e1a-38cb-4dac-8abf-df68ee1cda3a" providerId="AD" clId="Web-{F6968F58-228C-38FF-B967-2F1B6C794AAC}" dt="2024-10-28T20:13:26.730" v="15" actId="20577"/>
          <ac:spMkLst>
            <pc:docMk/>
            <pc:sldMk cId="1170844936" sldId="272"/>
            <ac:spMk id="25" creationId="{AF90469E-6721-1EBD-BF86-DA1867D5A7A6}"/>
          </ac:spMkLst>
        </pc:spChg>
        <pc:spChg chg="mod">
          <ac:chgData name="Sneh Pandey" userId="S::sp743@duke.edu::14082e1a-38cb-4dac-8abf-df68ee1cda3a" providerId="AD" clId="Web-{F6968F58-228C-38FF-B967-2F1B6C794AAC}" dt="2024-10-28T20:17:30.638" v="130" actId="20577"/>
          <ac:spMkLst>
            <pc:docMk/>
            <pc:sldMk cId="1170844936" sldId="272"/>
            <ac:spMk id="26" creationId="{8B4A93EF-765C-AEDF-670B-8A96E8C75938}"/>
          </ac:spMkLst>
        </pc:spChg>
        <pc:spChg chg="mod">
          <ac:chgData name="Sneh Pandey" userId="S::sp743@duke.edu::14082e1a-38cb-4dac-8abf-df68ee1cda3a" providerId="AD" clId="Web-{F6968F58-228C-38FF-B967-2F1B6C794AAC}" dt="2024-10-28T20:19:30.997" v="155" actId="20577"/>
          <ac:spMkLst>
            <pc:docMk/>
            <pc:sldMk cId="1170844936" sldId="272"/>
            <ac:spMk id="27" creationId="{F39AAB54-80A1-B864-1AAE-2985970BDDAC}"/>
          </ac:spMkLst>
        </pc:spChg>
        <pc:spChg chg="mod">
          <ac:chgData name="Sneh Pandey" userId="S::sp743@duke.edu::14082e1a-38cb-4dac-8abf-df68ee1cda3a" providerId="AD" clId="Web-{F6968F58-228C-38FF-B967-2F1B6C794AAC}" dt="2024-10-28T20:18:51.107" v="146" actId="20577"/>
          <ac:spMkLst>
            <pc:docMk/>
            <pc:sldMk cId="1170844936" sldId="272"/>
            <ac:spMk id="28" creationId="{EE0D5FB5-2D65-329C-DCE8-A8565B42B0A0}"/>
          </ac:spMkLst>
        </pc:spChg>
      </pc:sldChg>
      <pc:sldChg chg="modSp modCm">
        <pc:chgData name="Sneh Pandey" userId="S::sp743@duke.edu::14082e1a-38cb-4dac-8abf-df68ee1cda3a" providerId="AD" clId="Web-{F6968F58-228C-38FF-B967-2F1B6C794AAC}" dt="2024-10-28T20:46:56.715" v="330" actId="20577"/>
        <pc:sldMkLst>
          <pc:docMk/>
          <pc:sldMk cId="962058049" sldId="275"/>
        </pc:sldMkLst>
        <pc:spChg chg="mod">
          <ac:chgData name="Sneh Pandey" userId="S::sp743@duke.edu::14082e1a-38cb-4dac-8abf-df68ee1cda3a" providerId="AD" clId="Web-{F6968F58-228C-38FF-B967-2F1B6C794AAC}" dt="2024-10-28T20:27:26.562" v="190" actId="20577"/>
          <ac:spMkLst>
            <pc:docMk/>
            <pc:sldMk cId="962058049" sldId="275"/>
            <ac:spMk id="25" creationId="{AF90469E-6721-1EBD-BF86-DA1867D5A7A6}"/>
          </ac:spMkLst>
        </pc:spChg>
        <pc:spChg chg="mod">
          <ac:chgData name="Sneh Pandey" userId="S::sp743@duke.edu::14082e1a-38cb-4dac-8abf-df68ee1cda3a" providerId="AD" clId="Web-{F6968F58-228C-38FF-B967-2F1B6C794AAC}" dt="2024-10-28T20:45:02.886" v="238" actId="20577"/>
          <ac:spMkLst>
            <pc:docMk/>
            <pc:sldMk cId="962058049" sldId="275"/>
            <ac:spMk id="26" creationId="{8B4A93EF-765C-AEDF-670B-8A96E8C75938}"/>
          </ac:spMkLst>
        </pc:spChg>
        <pc:spChg chg="mod">
          <ac:chgData name="Sneh Pandey" userId="S::sp743@duke.edu::14082e1a-38cb-4dac-8abf-df68ee1cda3a" providerId="AD" clId="Web-{F6968F58-228C-38FF-B967-2F1B6C794AAC}" dt="2024-10-28T20:27:42.390" v="222" actId="20577"/>
          <ac:spMkLst>
            <pc:docMk/>
            <pc:sldMk cId="962058049" sldId="275"/>
            <ac:spMk id="27" creationId="{F39AAB54-80A1-B864-1AAE-2985970BDDAC}"/>
          </ac:spMkLst>
        </pc:spChg>
        <pc:spChg chg="mod">
          <ac:chgData name="Sneh Pandey" userId="S::sp743@duke.edu::14082e1a-38cb-4dac-8abf-df68ee1cda3a" providerId="AD" clId="Web-{F6968F58-228C-38FF-B967-2F1B6C794AAC}" dt="2024-10-28T20:45:18.589" v="239" actId="1076"/>
          <ac:spMkLst>
            <pc:docMk/>
            <pc:sldMk cId="962058049" sldId="275"/>
            <ac:spMk id="28" creationId="{EE0D5FB5-2D65-329C-DCE8-A8565B42B0A0}"/>
          </ac:spMkLst>
        </pc:spChg>
        <pc:spChg chg="mod">
          <ac:chgData name="Sneh Pandey" userId="S::sp743@duke.edu::14082e1a-38cb-4dac-8abf-df68ee1cda3a" providerId="AD" clId="Web-{F6968F58-228C-38FF-B967-2F1B6C794AAC}" dt="2024-10-28T20:46:27.293" v="303" actId="20577"/>
          <ac:spMkLst>
            <pc:docMk/>
            <pc:sldMk cId="962058049" sldId="275"/>
            <ac:spMk id="29" creationId="{81F5BE25-0441-27AD-32A0-CE33FA7239C1}"/>
          </ac:spMkLst>
        </pc:spChg>
        <pc:spChg chg="mod">
          <ac:chgData name="Sneh Pandey" userId="S::sp743@duke.edu::14082e1a-38cb-4dac-8abf-df68ee1cda3a" providerId="AD" clId="Web-{F6968F58-228C-38FF-B967-2F1B6C794AAC}" dt="2024-10-28T20:46:56.715" v="330" actId="20577"/>
          <ac:spMkLst>
            <pc:docMk/>
            <pc:sldMk cId="962058049" sldId="275"/>
            <ac:spMk id="30" creationId="{F603464F-B263-CFBB-4FB0-FD20B27A3475}"/>
          </ac:spMkLst>
        </pc:spChg>
        <pc:spChg chg="mod">
          <ac:chgData name="Sneh Pandey" userId="S::sp743@duke.edu::14082e1a-38cb-4dac-8abf-df68ee1cda3a" providerId="AD" clId="Web-{F6968F58-228C-38FF-B967-2F1B6C794AAC}" dt="2024-10-28T20:46:36.105" v="304" actId="20577"/>
          <ac:spMkLst>
            <pc:docMk/>
            <pc:sldMk cId="962058049" sldId="275"/>
            <ac:spMk id="31" creationId="{523964CD-310B-5CCE-10BB-DCE2FE12644D}"/>
          </ac:spMkLst>
        </pc:spChg>
        <pc:extLst>
          <p:ext xmlns:p="http://schemas.openxmlformats.org/presentationml/2006/main" uri="{D6D511B9-2390-475A-947B-AFAB55BFBCF1}">
            <pc226:cmChg xmlns:pc226="http://schemas.microsoft.com/office/powerpoint/2022/06/main/command" chg="mod">
              <pc226:chgData name="Sneh Pandey" userId="S::sp743@duke.edu::14082e1a-38cb-4dac-8abf-df68ee1cda3a" providerId="AD" clId="Web-{F6968F58-228C-38FF-B967-2F1B6C794AAC}" dt="2024-10-28T20:27:26.562" v="190" actId="20577"/>
              <pc2:cmMkLst xmlns:pc2="http://schemas.microsoft.com/office/powerpoint/2019/9/main/command">
                <pc:docMk/>
                <pc:sldMk cId="962058049" sldId="275"/>
                <pc2:cmMk id="{07E69F2E-63F4-4D59-A36A-C60FAAFE82C6}"/>
              </pc2:cmMkLst>
            </pc226:cmChg>
            <pc226:cmChg xmlns:pc226="http://schemas.microsoft.com/office/powerpoint/2022/06/main/command" chg="mod">
              <pc226:chgData name="Sneh Pandey" userId="S::sp743@duke.edu::14082e1a-38cb-4dac-8abf-df68ee1cda3a" providerId="AD" clId="Web-{F6968F58-228C-38FF-B967-2F1B6C794AAC}" dt="2024-10-28T20:45:01.058" v="237" actId="20577"/>
              <pc2:cmMkLst xmlns:pc2="http://schemas.microsoft.com/office/powerpoint/2019/9/main/command">
                <pc:docMk/>
                <pc:sldMk cId="962058049" sldId="275"/>
                <pc2:cmMk id="{8735C43F-A018-43A9-A97C-8B69BE3CC003}"/>
              </pc2:cmMkLst>
            </pc226:cmChg>
            <pc226:cmChg xmlns:pc226="http://schemas.microsoft.com/office/powerpoint/2022/06/main/command" chg="mod">
              <pc226:chgData name="Sneh Pandey" userId="S::sp743@duke.edu::14082e1a-38cb-4dac-8abf-df68ee1cda3a" providerId="AD" clId="Web-{F6968F58-228C-38FF-B967-2F1B6C794AAC}" dt="2024-10-28T20:27:13.593" v="181" actId="20577"/>
              <pc2:cmMkLst xmlns:pc2="http://schemas.microsoft.com/office/powerpoint/2019/9/main/command">
                <pc:docMk/>
                <pc:sldMk cId="962058049" sldId="275"/>
                <pc2:cmMk id="{E2663B41-C678-472C-A4B3-79F29F482480}"/>
              </pc2:cmMkLst>
            </pc226:cmChg>
            <pc226:cmChg xmlns:pc226="http://schemas.microsoft.com/office/powerpoint/2022/06/main/command" chg="mod">
              <pc226:chgData name="Sneh Pandey" userId="S::sp743@duke.edu::14082e1a-38cb-4dac-8abf-df68ee1cda3a" providerId="AD" clId="Web-{F6968F58-228C-38FF-B967-2F1B6C794AAC}" dt="2024-10-28T20:27:13.593" v="181" actId="20577"/>
              <pc2:cmMkLst xmlns:pc2="http://schemas.microsoft.com/office/powerpoint/2019/9/main/command">
                <pc:docMk/>
                <pc:sldMk cId="962058049" sldId="275"/>
                <pc2:cmMk id="{EE24ECEE-17C2-41A9-9779-02ED16D701BC}"/>
              </pc2:cmMkLst>
            </pc226:cmChg>
          </p:ext>
        </pc:extLst>
      </pc:sldChg>
    </pc:docChg>
  </pc:docChgLst>
  <pc:docChgLst>
    <pc:chgData name="Amrit Chugani" userId="S::ac928@duke.edu::74943e04-3dec-4f3f-a395-81cfa4795985" providerId="AD" clId="Web-{C49B6DA1-4811-C7CA-0189-1E860D74275D}"/>
    <pc:docChg chg="mod delSld modSld">
      <pc:chgData name="Amrit Chugani" userId="S::ac928@duke.edu::74943e04-3dec-4f3f-a395-81cfa4795985" providerId="AD" clId="Web-{C49B6DA1-4811-C7CA-0189-1E860D74275D}" dt="2024-10-29T16:21:01.748" v="1062" actId="20577"/>
      <pc:docMkLst>
        <pc:docMk/>
      </pc:docMkLst>
      <pc:sldChg chg="addSp delSp modSp">
        <pc:chgData name="Amrit Chugani" userId="S::ac928@duke.edu::74943e04-3dec-4f3f-a395-81cfa4795985" providerId="AD" clId="Web-{C49B6DA1-4811-C7CA-0189-1E860D74275D}" dt="2024-10-28T22:35:56.912" v="1020" actId="1076"/>
        <pc:sldMkLst>
          <pc:docMk/>
          <pc:sldMk cId="2404241648" sldId="261"/>
        </pc:sldMkLst>
        <pc:spChg chg="add mod">
          <ac:chgData name="Amrit Chugani" userId="S::ac928@duke.edu::74943e04-3dec-4f3f-a395-81cfa4795985" providerId="AD" clId="Web-{C49B6DA1-4811-C7CA-0189-1E860D74275D}" dt="2024-10-28T22:35:15.065" v="1008" actId="1076"/>
          <ac:spMkLst>
            <pc:docMk/>
            <pc:sldMk cId="2404241648" sldId="261"/>
            <ac:spMk id="2" creationId="{27BAEF61-FF8E-1E4A-FBBC-DE98684D0253}"/>
          </ac:spMkLst>
        </pc:spChg>
        <pc:spChg chg="mod">
          <ac:chgData name="Amrit Chugani" userId="S::ac928@duke.edu::74943e04-3dec-4f3f-a395-81cfa4795985" providerId="AD" clId="Web-{C49B6DA1-4811-C7CA-0189-1E860D74275D}" dt="2024-10-28T22:34:50.907" v="998" actId="14100"/>
          <ac:spMkLst>
            <pc:docMk/>
            <pc:sldMk cId="2404241648" sldId="261"/>
            <ac:spMk id="3" creationId="{1E674432-0502-49FA-F728-D3CD0DABA03D}"/>
          </ac:spMkLst>
        </pc:spChg>
        <pc:spChg chg="add del mod">
          <ac:chgData name="Amrit Chugani" userId="S::ac928@duke.edu::74943e04-3dec-4f3f-a395-81cfa4795985" providerId="AD" clId="Web-{C49B6DA1-4811-C7CA-0189-1E860D74275D}" dt="2024-10-28T21:52:47.710" v="728"/>
          <ac:spMkLst>
            <pc:docMk/>
            <pc:sldMk cId="2404241648" sldId="261"/>
            <ac:spMk id="5" creationId="{BBF85755-4C3A-1DB9-14B5-BD42412CFAAA}"/>
          </ac:spMkLst>
        </pc:spChg>
        <pc:spChg chg="add mod">
          <ac:chgData name="Amrit Chugani" userId="S::ac928@duke.edu::74943e04-3dec-4f3f-a395-81cfa4795985" providerId="AD" clId="Web-{C49B6DA1-4811-C7CA-0189-1E860D74275D}" dt="2024-10-28T22:35:56.912" v="1020" actId="1076"/>
          <ac:spMkLst>
            <pc:docMk/>
            <pc:sldMk cId="2404241648" sldId="261"/>
            <ac:spMk id="6" creationId="{A7B98F29-D811-84A8-0D59-7410D3DAEE5A}"/>
          </ac:spMkLst>
        </pc:spChg>
        <pc:spChg chg="mod">
          <ac:chgData name="Amrit Chugani" userId="S::ac928@duke.edu::74943e04-3dec-4f3f-a395-81cfa4795985" providerId="AD" clId="Web-{C49B6DA1-4811-C7CA-0189-1E860D74275D}" dt="2024-10-28T21:28:40.739" v="313" actId="20577"/>
          <ac:spMkLst>
            <pc:docMk/>
            <pc:sldMk cId="2404241648" sldId="261"/>
            <ac:spMk id="36" creationId="{863BC1BE-435C-7B74-114C-5417EEC97326}"/>
          </ac:spMkLst>
        </pc:spChg>
        <pc:spChg chg="mod">
          <ac:chgData name="Amrit Chugani" userId="S::ac928@duke.edu::74943e04-3dec-4f3f-a395-81cfa4795985" providerId="AD" clId="Web-{C49B6DA1-4811-C7CA-0189-1E860D74275D}" dt="2024-10-28T22:03:26.783" v="842" actId="20577"/>
          <ac:spMkLst>
            <pc:docMk/>
            <pc:sldMk cId="2404241648" sldId="261"/>
            <ac:spMk id="42" creationId="{CF8BE883-9E30-6DDD-D7F1-0324E1B1895F}"/>
          </ac:spMkLst>
        </pc:spChg>
      </pc:sldChg>
      <pc:sldChg chg="del">
        <pc:chgData name="Amrit Chugani" userId="S::ac928@duke.edu::74943e04-3dec-4f3f-a395-81cfa4795985" providerId="AD" clId="Web-{C49B6DA1-4811-C7CA-0189-1E860D74275D}" dt="2024-10-29T16:03:24.170" v="1029"/>
        <pc:sldMkLst>
          <pc:docMk/>
          <pc:sldMk cId="3011182676" sldId="270"/>
        </pc:sldMkLst>
      </pc:sldChg>
      <pc:sldChg chg="addSp modSp">
        <pc:chgData name="Amrit Chugani" userId="S::ac928@duke.edu::74943e04-3dec-4f3f-a395-81cfa4795985" providerId="AD" clId="Web-{C49B6DA1-4811-C7CA-0189-1E860D74275D}" dt="2024-10-29T16:21:01.748" v="1062" actId="20577"/>
        <pc:sldMkLst>
          <pc:docMk/>
          <pc:sldMk cId="516874429" sldId="276"/>
        </pc:sldMkLst>
        <pc:spChg chg="add mod">
          <ac:chgData name="Amrit Chugani" userId="S::ac928@duke.edu::74943e04-3dec-4f3f-a395-81cfa4795985" providerId="AD" clId="Web-{C49B6DA1-4811-C7CA-0189-1E860D74275D}" dt="2024-10-29T16:02:30.543" v="1028" actId="20577"/>
          <ac:spMkLst>
            <pc:docMk/>
            <pc:sldMk cId="516874429" sldId="276"/>
            <ac:spMk id="4" creationId="{E8AAD68A-6B1C-5832-DA61-42060C3FDDE6}"/>
          </ac:spMkLst>
        </pc:spChg>
        <pc:spChg chg="mod">
          <ac:chgData name="Amrit Chugani" userId="S::ac928@duke.edu::74943e04-3dec-4f3f-a395-81cfa4795985" providerId="AD" clId="Web-{C49B6DA1-4811-C7CA-0189-1E860D74275D}" dt="2024-10-29T16:21:01.748" v="1062" actId="20577"/>
          <ac:spMkLst>
            <pc:docMk/>
            <pc:sldMk cId="516874429" sldId="276"/>
            <ac:spMk id="58" creationId="{3D56CC14-6E99-ADDE-7FD6-9A7E7E75E920}"/>
          </ac:spMkLst>
        </pc:spChg>
        <pc:spChg chg="mod">
          <ac:chgData name="Amrit Chugani" userId="S::ac928@duke.edu::74943e04-3dec-4f3f-a395-81cfa4795985" providerId="AD" clId="Web-{C49B6DA1-4811-C7CA-0189-1E860D74275D}" dt="2024-10-29T15:59:52.648" v="1021" actId="14100"/>
          <ac:spMkLst>
            <pc:docMk/>
            <pc:sldMk cId="516874429" sldId="276"/>
            <ac:spMk id="68" creationId="{19FDAB77-5928-3FA6-8EC4-BD9B07020AF2}"/>
          </ac:spMkLst>
        </pc:spChg>
      </pc:sldChg>
    </pc:docChg>
  </pc:docChgLst>
  <pc:docChgLst>
    <pc:chgData name="Nupur Mohapatra" userId="S::nm358@duke.edu::b9771a76-a249-4689-8b51-c86ee4750c41" providerId="AD" clId="Web-{EE3A3A44-5825-EEEE-3DC1-273283154EE8}"/>
    <pc:docChg chg="modSld">
      <pc:chgData name="Nupur Mohapatra" userId="S::nm358@duke.edu::b9771a76-a249-4689-8b51-c86ee4750c41" providerId="AD" clId="Web-{EE3A3A44-5825-EEEE-3DC1-273283154EE8}" dt="2024-12-02T20:02:12.993" v="0" actId="1076"/>
      <pc:docMkLst>
        <pc:docMk/>
      </pc:docMkLst>
      <pc:sldChg chg="modSp">
        <pc:chgData name="Nupur Mohapatra" userId="S::nm358@duke.edu::b9771a76-a249-4689-8b51-c86ee4750c41" providerId="AD" clId="Web-{EE3A3A44-5825-EEEE-3DC1-273283154EE8}" dt="2024-12-02T20:02:12.993" v="0" actId="1076"/>
        <pc:sldMkLst>
          <pc:docMk/>
          <pc:sldMk cId="2367676559" sldId="280"/>
        </pc:sldMkLst>
        <pc:spChg chg="mod">
          <ac:chgData name="Nupur Mohapatra" userId="S::nm358@duke.edu::b9771a76-a249-4689-8b51-c86ee4750c41" providerId="AD" clId="Web-{EE3A3A44-5825-EEEE-3DC1-273283154EE8}" dt="2024-12-02T20:02:12.993" v="0" actId="1076"/>
          <ac:spMkLst>
            <pc:docMk/>
            <pc:sldMk cId="2367676559" sldId="280"/>
            <ac:spMk id="3" creationId="{00000000-0000-0000-0000-000000000000}"/>
          </ac:spMkLst>
        </pc:spChg>
      </pc:sldChg>
    </pc:docChg>
  </pc:docChgLst>
  <pc:docChgLst>
    <pc:chgData name="Harsh Jain" userId="S::hj178@duke.edu::e34c7272-1501-4a05-8ac0-d92d3b760f48" providerId="AD" clId="Web-{8A344020-965F-0F8E-1FA8-EB8C51B8ABF9}"/>
    <pc:docChg chg="modSld">
      <pc:chgData name="Harsh Jain" userId="S::hj178@duke.edu::e34c7272-1501-4a05-8ac0-d92d3b760f48" providerId="AD" clId="Web-{8A344020-965F-0F8E-1FA8-EB8C51B8ABF9}" dt="2024-10-29T03:33:55.703" v="177" actId="1076"/>
      <pc:docMkLst>
        <pc:docMk/>
      </pc:docMkLst>
      <pc:sldChg chg="modSp">
        <pc:chgData name="Harsh Jain" userId="S::hj178@duke.edu::e34c7272-1501-4a05-8ac0-d92d3b760f48" providerId="AD" clId="Web-{8A344020-965F-0F8E-1FA8-EB8C51B8ABF9}" dt="2024-10-29T03:33:55.703" v="177" actId="1076"/>
        <pc:sldMkLst>
          <pc:docMk/>
          <pc:sldMk cId="3988347247" sldId="274"/>
        </pc:sldMkLst>
        <pc:spChg chg="mod">
          <ac:chgData name="Harsh Jain" userId="S::hj178@duke.edu::e34c7272-1501-4a05-8ac0-d92d3b760f48" providerId="AD" clId="Web-{8A344020-965F-0F8E-1FA8-EB8C51B8ABF9}" dt="2024-10-29T03:25:03.975" v="24" actId="1076"/>
          <ac:spMkLst>
            <pc:docMk/>
            <pc:sldMk cId="3988347247" sldId="274"/>
            <ac:spMk id="22" creationId="{37BB0188-2E53-0CA9-8871-F4FAB2BB67A6}"/>
          </ac:spMkLst>
        </pc:spChg>
        <pc:spChg chg="mod">
          <ac:chgData name="Harsh Jain" userId="S::hj178@duke.edu::e34c7272-1501-4a05-8ac0-d92d3b760f48" providerId="AD" clId="Web-{8A344020-965F-0F8E-1FA8-EB8C51B8ABF9}" dt="2024-10-29T03:33:55.703" v="177" actId="1076"/>
          <ac:spMkLst>
            <pc:docMk/>
            <pc:sldMk cId="3988347247" sldId="274"/>
            <ac:spMk id="28" creationId="{B06B7B36-E68A-AB9B-BD63-E6E182F4948A}"/>
          </ac:spMkLst>
        </pc:spChg>
        <pc:spChg chg="mod">
          <ac:chgData name="Harsh Jain" userId="S::hj178@duke.edu::e34c7272-1501-4a05-8ac0-d92d3b760f48" providerId="AD" clId="Web-{8A344020-965F-0F8E-1FA8-EB8C51B8ABF9}" dt="2024-10-29T03:33:44.922" v="176" actId="1076"/>
          <ac:spMkLst>
            <pc:docMk/>
            <pc:sldMk cId="3988347247" sldId="274"/>
            <ac:spMk id="35" creationId="{1D2BE82F-4981-C343-110E-204544336616}"/>
          </ac:spMkLst>
        </pc:spChg>
        <pc:graphicFrameChg chg="mod modGraphic">
          <ac:chgData name="Harsh Jain" userId="S::hj178@duke.edu::e34c7272-1501-4a05-8ac0-d92d3b760f48" providerId="AD" clId="Web-{8A344020-965F-0F8E-1FA8-EB8C51B8ABF9}" dt="2024-10-29T03:33:38.328" v="175" actId="1076"/>
          <ac:graphicFrameMkLst>
            <pc:docMk/>
            <pc:sldMk cId="3988347247" sldId="274"/>
            <ac:graphicFrameMk id="5" creationId="{98029F16-50B0-1F09-E017-8F68900E0AC2}"/>
          </ac:graphicFrameMkLst>
        </pc:graphicFrameChg>
        <pc:graphicFrameChg chg="mod modGraphic">
          <ac:chgData name="Harsh Jain" userId="S::hj178@duke.edu::e34c7272-1501-4a05-8ac0-d92d3b760f48" providerId="AD" clId="Web-{8A344020-965F-0F8E-1FA8-EB8C51B8ABF9}" dt="2024-10-29T03:31:53.392" v="143"/>
          <ac:graphicFrameMkLst>
            <pc:docMk/>
            <pc:sldMk cId="3988347247" sldId="274"/>
            <ac:graphicFrameMk id="9" creationId="{C27AA09C-6995-F562-B698-3B64A4CFE8F9}"/>
          </ac:graphicFrameMkLst>
        </pc:graphicFrameChg>
        <pc:picChg chg="mod">
          <ac:chgData name="Harsh Jain" userId="S::hj178@duke.edu::e34c7272-1501-4a05-8ac0-d92d3b760f48" providerId="AD" clId="Web-{8A344020-965F-0F8E-1FA8-EB8C51B8ABF9}" dt="2024-10-29T03:25:17.241" v="34" actId="1076"/>
          <ac:picMkLst>
            <pc:docMk/>
            <pc:sldMk cId="3988347247" sldId="274"/>
            <ac:picMk id="4" creationId="{43B9627C-6BA3-36C6-A9CF-19BA8068F9EB}"/>
          </ac:picMkLst>
        </pc:picChg>
        <pc:picChg chg="mod">
          <ac:chgData name="Harsh Jain" userId="S::hj178@duke.edu::e34c7272-1501-4a05-8ac0-d92d3b760f48" providerId="AD" clId="Web-{8A344020-965F-0F8E-1FA8-EB8C51B8ABF9}" dt="2024-10-29T03:25:17.256" v="35" actId="1076"/>
          <ac:picMkLst>
            <pc:docMk/>
            <pc:sldMk cId="3988347247" sldId="274"/>
            <ac:picMk id="8" creationId="{5EC40D5B-782D-F217-273C-4577128D7FEC}"/>
          </ac:picMkLst>
        </pc:picChg>
        <pc:picChg chg="mod">
          <ac:chgData name="Harsh Jain" userId="S::hj178@duke.edu::e34c7272-1501-4a05-8ac0-d92d3b760f48" providerId="AD" clId="Web-{8A344020-965F-0F8E-1FA8-EB8C51B8ABF9}" dt="2024-10-29T03:25:17.288" v="36" actId="1076"/>
          <ac:picMkLst>
            <pc:docMk/>
            <pc:sldMk cId="3988347247" sldId="274"/>
            <ac:picMk id="11" creationId="{D41DA8B6-495A-F15A-FE9C-FCDB83C2052B}"/>
          </ac:picMkLst>
        </pc:picChg>
        <pc:picChg chg="mod">
          <ac:chgData name="Harsh Jain" userId="S::hj178@duke.edu::e34c7272-1501-4a05-8ac0-d92d3b760f48" providerId="AD" clId="Web-{8A344020-965F-0F8E-1FA8-EB8C51B8ABF9}" dt="2024-10-29T03:25:17.319" v="37" actId="1076"/>
          <ac:picMkLst>
            <pc:docMk/>
            <pc:sldMk cId="3988347247" sldId="274"/>
            <ac:picMk id="13" creationId="{C085A521-43D1-C083-F01E-9A39E0873D20}"/>
          </ac:picMkLst>
        </pc:picChg>
        <pc:picChg chg="mod">
          <ac:chgData name="Harsh Jain" userId="S::hj178@duke.edu::e34c7272-1501-4a05-8ac0-d92d3b760f48" providerId="AD" clId="Web-{8A344020-965F-0F8E-1FA8-EB8C51B8ABF9}" dt="2024-10-29T03:25:17.350" v="38" actId="1076"/>
          <ac:picMkLst>
            <pc:docMk/>
            <pc:sldMk cId="3988347247" sldId="274"/>
            <ac:picMk id="14" creationId="{7181F101-7697-60B3-5A81-022CF7C57F09}"/>
          </ac:picMkLst>
        </pc:picChg>
        <pc:picChg chg="mod">
          <ac:chgData name="Harsh Jain" userId="S::hj178@duke.edu::e34c7272-1501-4a05-8ac0-d92d3b760f48" providerId="AD" clId="Web-{8A344020-965F-0F8E-1FA8-EB8C51B8ABF9}" dt="2024-10-29T03:25:17.381" v="39" actId="1076"/>
          <ac:picMkLst>
            <pc:docMk/>
            <pc:sldMk cId="3988347247" sldId="274"/>
            <ac:picMk id="15" creationId="{478E767F-7554-274B-A5EE-23AD725A3843}"/>
          </ac:picMkLst>
        </pc:picChg>
        <pc:picChg chg="mod">
          <ac:chgData name="Harsh Jain" userId="S::hj178@duke.edu::e34c7272-1501-4a05-8ac0-d92d3b760f48" providerId="AD" clId="Web-{8A344020-965F-0F8E-1FA8-EB8C51B8ABF9}" dt="2024-10-29T03:33:19.391" v="167" actId="1076"/>
          <ac:picMkLst>
            <pc:docMk/>
            <pc:sldMk cId="3988347247" sldId="274"/>
            <ac:picMk id="16" creationId="{EFE24628-5A67-DDD9-9FFA-45E0B77B57B4}"/>
          </ac:picMkLst>
        </pc:picChg>
        <pc:picChg chg="mod">
          <ac:chgData name="Harsh Jain" userId="S::hj178@duke.edu::e34c7272-1501-4a05-8ac0-d92d3b760f48" providerId="AD" clId="Web-{8A344020-965F-0F8E-1FA8-EB8C51B8ABF9}" dt="2024-10-29T03:33:19.422" v="168" actId="1076"/>
          <ac:picMkLst>
            <pc:docMk/>
            <pc:sldMk cId="3988347247" sldId="274"/>
            <ac:picMk id="17" creationId="{137B7A46-B4C6-6DDB-FA6F-49DD08D4EF4E}"/>
          </ac:picMkLst>
        </pc:picChg>
        <pc:picChg chg="mod">
          <ac:chgData name="Harsh Jain" userId="S::hj178@duke.edu::e34c7272-1501-4a05-8ac0-d92d3b760f48" providerId="AD" clId="Web-{8A344020-965F-0F8E-1FA8-EB8C51B8ABF9}" dt="2024-10-29T03:33:19.453" v="169" actId="1076"/>
          <ac:picMkLst>
            <pc:docMk/>
            <pc:sldMk cId="3988347247" sldId="274"/>
            <ac:picMk id="18" creationId="{A54E86A7-D027-E6EA-2476-C10A3B587E8A}"/>
          </ac:picMkLst>
        </pc:picChg>
        <pc:picChg chg="mod">
          <ac:chgData name="Harsh Jain" userId="S::hj178@duke.edu::e34c7272-1501-4a05-8ac0-d92d3b760f48" providerId="AD" clId="Web-{8A344020-965F-0F8E-1FA8-EB8C51B8ABF9}" dt="2024-10-29T03:33:19.484" v="170" actId="1076"/>
          <ac:picMkLst>
            <pc:docMk/>
            <pc:sldMk cId="3988347247" sldId="274"/>
            <ac:picMk id="19" creationId="{6B9892F4-9F97-01BC-7B05-E0EEE7EDF83F}"/>
          </ac:picMkLst>
        </pc:picChg>
        <pc:picChg chg="mod">
          <ac:chgData name="Harsh Jain" userId="S::hj178@duke.edu::e34c7272-1501-4a05-8ac0-d92d3b760f48" providerId="AD" clId="Web-{8A344020-965F-0F8E-1FA8-EB8C51B8ABF9}" dt="2024-10-29T03:33:19.516" v="171" actId="1076"/>
          <ac:picMkLst>
            <pc:docMk/>
            <pc:sldMk cId="3988347247" sldId="274"/>
            <ac:picMk id="25" creationId="{DCD9ED77-C559-4F4F-27B8-90076358D028}"/>
          </ac:picMkLst>
        </pc:picChg>
        <pc:picChg chg="mod">
          <ac:chgData name="Harsh Jain" userId="S::hj178@duke.edu::e34c7272-1501-4a05-8ac0-d92d3b760f48" providerId="AD" clId="Web-{8A344020-965F-0F8E-1FA8-EB8C51B8ABF9}" dt="2024-10-29T03:33:19.547" v="172" actId="1076"/>
          <ac:picMkLst>
            <pc:docMk/>
            <pc:sldMk cId="3988347247" sldId="274"/>
            <ac:picMk id="26" creationId="{189C01DC-B751-7ED2-822A-8059F50D8972}"/>
          </ac:picMkLst>
        </pc:picChg>
      </pc:sldChg>
    </pc:docChg>
  </pc:docChgLst>
  <pc:docChgLst>
    <pc:chgData name="Sneh Pandey" userId="S::sp743@duke.edu::14082e1a-38cb-4dac-8abf-df68ee1cda3a" providerId="AD" clId="Web-{FA11A3B7-5A1B-64A7-BDC8-76C58B32F6CC}"/>
    <pc:docChg chg="addSld modSld">
      <pc:chgData name="Sneh Pandey" userId="S::sp743@duke.edu::14082e1a-38cb-4dac-8abf-df68ee1cda3a" providerId="AD" clId="Web-{FA11A3B7-5A1B-64A7-BDC8-76C58B32F6CC}" dt="2024-11-04T21:49:28.769" v="2157" actId="20577"/>
      <pc:docMkLst>
        <pc:docMk/>
      </pc:docMkLst>
      <pc:sldChg chg="modSp add replId">
        <pc:chgData name="Sneh Pandey" userId="S::sp743@duke.edu::14082e1a-38cb-4dac-8abf-df68ee1cda3a" providerId="AD" clId="Web-{FA11A3B7-5A1B-64A7-BDC8-76C58B32F6CC}" dt="2024-11-04T16:08:05.670" v="494"/>
        <pc:sldMkLst>
          <pc:docMk/>
          <pc:sldMk cId="3438516415" sldId="285"/>
        </pc:sldMkLst>
        <pc:spChg chg="mod">
          <ac:chgData name="Sneh Pandey" userId="S::sp743@duke.edu::14082e1a-38cb-4dac-8abf-df68ee1cda3a" providerId="AD" clId="Web-{FA11A3B7-5A1B-64A7-BDC8-76C58B32F6CC}" dt="2024-11-04T15:52:47.896" v="155" actId="20577"/>
          <ac:spMkLst>
            <pc:docMk/>
            <pc:sldMk cId="3438516415" sldId="285"/>
            <ac:spMk id="4" creationId="{DBCE71A5-844D-158F-E0B8-0EACE48AE486}"/>
          </ac:spMkLst>
        </pc:spChg>
        <pc:spChg chg="mod">
          <ac:chgData name="Sneh Pandey" userId="S::sp743@duke.edu::14082e1a-38cb-4dac-8abf-df68ee1cda3a" providerId="AD" clId="Web-{FA11A3B7-5A1B-64A7-BDC8-76C58B32F6CC}" dt="2024-11-04T15:40:14.233" v="26" actId="20577"/>
          <ac:spMkLst>
            <pc:docMk/>
            <pc:sldMk cId="3438516415" sldId="285"/>
            <ac:spMk id="11" creationId="{6AE829F8-0616-F9B5-DF1C-A9C93D28CE97}"/>
          </ac:spMkLst>
        </pc:spChg>
        <pc:spChg chg="mod">
          <ac:chgData name="Sneh Pandey" userId="S::sp743@duke.edu::14082e1a-38cb-4dac-8abf-df68ee1cda3a" providerId="AD" clId="Web-{FA11A3B7-5A1B-64A7-BDC8-76C58B32F6CC}" dt="2024-11-04T16:04:48.528" v="407" actId="20577"/>
          <ac:spMkLst>
            <pc:docMk/>
            <pc:sldMk cId="3438516415" sldId="285"/>
            <ac:spMk id="12" creationId="{4506F8EF-B757-7244-1015-548162D3A6A7}"/>
          </ac:spMkLst>
        </pc:spChg>
        <pc:spChg chg="mod">
          <ac:chgData name="Sneh Pandey" userId="S::sp743@duke.edu::14082e1a-38cb-4dac-8abf-df68ee1cda3a" providerId="AD" clId="Web-{FA11A3B7-5A1B-64A7-BDC8-76C58B32F6CC}" dt="2024-11-04T16:06:51.451" v="486" actId="20577"/>
          <ac:spMkLst>
            <pc:docMk/>
            <pc:sldMk cId="3438516415" sldId="285"/>
            <ac:spMk id="13" creationId="{D4F7B915-4EB2-89F7-7CD7-48329B1C7179}"/>
          </ac:spMkLst>
        </pc:spChg>
        <pc:spChg chg="mod">
          <ac:chgData name="Sneh Pandey" userId="S::sp743@duke.edu::14082e1a-38cb-4dac-8abf-df68ee1cda3a" providerId="AD" clId="Web-{FA11A3B7-5A1B-64A7-BDC8-76C58B32F6CC}" dt="2024-11-04T15:39:25.592" v="11" actId="20577"/>
          <ac:spMkLst>
            <pc:docMk/>
            <pc:sldMk cId="3438516415" sldId="285"/>
            <ac:spMk id="14" creationId="{4E70A7B4-2472-0680-775F-17E2283DD86F}"/>
          </ac:spMkLst>
        </pc:spChg>
        <pc:spChg chg="mod">
          <ac:chgData name="Sneh Pandey" userId="S::sp743@duke.edu::14082e1a-38cb-4dac-8abf-df68ee1cda3a" providerId="AD" clId="Web-{FA11A3B7-5A1B-64A7-BDC8-76C58B32F6CC}" dt="2024-11-04T15:53:05.006" v="187" actId="20577"/>
          <ac:spMkLst>
            <pc:docMk/>
            <pc:sldMk cId="3438516415" sldId="285"/>
            <ac:spMk id="99" creationId="{6FDA8A99-3C6F-0C48-B483-6FFEB2FD2D2B}"/>
          </ac:spMkLst>
        </pc:spChg>
        <pc:spChg chg="mod">
          <ac:chgData name="Sneh Pandey" userId="S::sp743@duke.edu::14082e1a-38cb-4dac-8abf-df68ee1cda3a" providerId="AD" clId="Web-{FA11A3B7-5A1B-64A7-BDC8-76C58B32F6CC}" dt="2024-11-04T15:41:00.702" v="44" actId="20577"/>
          <ac:spMkLst>
            <pc:docMk/>
            <pc:sldMk cId="3438516415" sldId="285"/>
            <ac:spMk id="101" creationId="{16815542-7876-ECB4-893A-22B12A05D01A}"/>
          </ac:spMkLst>
        </pc:spChg>
        <pc:spChg chg="mod">
          <ac:chgData name="Sneh Pandey" userId="S::sp743@duke.edu::14082e1a-38cb-4dac-8abf-df68ee1cda3a" providerId="AD" clId="Web-{FA11A3B7-5A1B-64A7-BDC8-76C58B32F6CC}" dt="2024-11-04T16:07:11.920" v="488" actId="20577"/>
          <ac:spMkLst>
            <pc:docMk/>
            <pc:sldMk cId="3438516415" sldId="285"/>
            <ac:spMk id="102" creationId="{3F0E67C1-C402-4ABC-F8EB-FA35950A4AB1}"/>
          </ac:spMkLst>
        </pc:spChg>
        <pc:spChg chg="mod">
          <ac:chgData name="Sneh Pandey" userId="S::sp743@duke.edu::14082e1a-38cb-4dac-8abf-df68ee1cda3a" providerId="AD" clId="Web-{FA11A3B7-5A1B-64A7-BDC8-76C58B32F6CC}" dt="2024-11-04T16:08:05.670" v="494"/>
          <ac:spMkLst>
            <pc:docMk/>
            <pc:sldMk cId="3438516415" sldId="285"/>
            <ac:spMk id="103" creationId="{F0762D60-6769-CA30-430C-3A5AE8CFEFCC}"/>
          </ac:spMkLst>
        </pc:spChg>
      </pc:sldChg>
      <pc:sldChg chg="modSp add replId">
        <pc:chgData name="Sneh Pandey" userId="S::sp743@duke.edu::14082e1a-38cb-4dac-8abf-df68ee1cda3a" providerId="AD" clId="Web-{FA11A3B7-5A1B-64A7-BDC8-76C58B32F6CC}" dt="2024-11-04T21:49:28.769" v="2157" actId="20577"/>
        <pc:sldMkLst>
          <pc:docMk/>
          <pc:sldMk cId="2239463668" sldId="286"/>
        </pc:sldMkLst>
        <pc:spChg chg="mod">
          <ac:chgData name="Sneh Pandey" userId="S::sp743@duke.edu::14082e1a-38cb-4dac-8abf-df68ee1cda3a" providerId="AD" clId="Web-{FA11A3B7-5A1B-64A7-BDC8-76C58B32F6CC}" dt="2024-11-04T21:49:25.144" v="2153" actId="20577"/>
          <ac:spMkLst>
            <pc:docMk/>
            <pc:sldMk cId="2239463668" sldId="286"/>
            <ac:spMk id="4" creationId="{E8AAD68A-6B1C-5832-DA61-42060C3FDDE6}"/>
          </ac:spMkLst>
        </pc:spChg>
        <pc:spChg chg="mod">
          <ac:chgData name="Sneh Pandey" userId="S::sp743@duke.edu::14082e1a-38cb-4dac-8abf-df68ee1cda3a" providerId="AD" clId="Web-{FA11A3B7-5A1B-64A7-BDC8-76C58B32F6CC}" dt="2024-11-04T21:18:19.545" v="636" actId="20577"/>
          <ac:spMkLst>
            <pc:docMk/>
            <pc:sldMk cId="2239463668" sldId="286"/>
            <ac:spMk id="5" creationId="{EB2F3D5A-91E7-964C-BE0D-4252A3678E53}"/>
          </ac:spMkLst>
        </pc:spChg>
        <pc:spChg chg="mod">
          <ac:chgData name="Sneh Pandey" userId="S::sp743@duke.edu::14082e1a-38cb-4dac-8abf-df68ee1cda3a" providerId="AD" clId="Web-{FA11A3B7-5A1B-64A7-BDC8-76C58B32F6CC}" dt="2024-11-04T21:28:25.489" v="1095" actId="14100"/>
          <ac:spMkLst>
            <pc:docMk/>
            <pc:sldMk cId="2239463668" sldId="286"/>
            <ac:spMk id="58" creationId="{3D56CC14-6E99-ADDE-7FD6-9A7E7E75E920}"/>
          </ac:spMkLst>
        </pc:spChg>
        <pc:spChg chg="mod">
          <ac:chgData name="Sneh Pandey" userId="S::sp743@duke.edu::14082e1a-38cb-4dac-8abf-df68ee1cda3a" providerId="AD" clId="Web-{FA11A3B7-5A1B-64A7-BDC8-76C58B32F6CC}" dt="2024-11-04T21:38:44.824" v="1568" actId="20577"/>
          <ac:spMkLst>
            <pc:docMk/>
            <pc:sldMk cId="2239463668" sldId="286"/>
            <ac:spMk id="59" creationId="{3E42DCEF-1FE0-4F94-4365-2C2DBEB38066}"/>
          </ac:spMkLst>
        </pc:spChg>
        <pc:spChg chg="mod">
          <ac:chgData name="Sneh Pandey" userId="S::sp743@duke.edu::14082e1a-38cb-4dac-8abf-df68ee1cda3a" providerId="AD" clId="Web-{FA11A3B7-5A1B-64A7-BDC8-76C58B32F6CC}" dt="2024-11-04T21:24:25.237" v="922" actId="20577"/>
          <ac:spMkLst>
            <pc:docMk/>
            <pc:sldMk cId="2239463668" sldId="286"/>
            <ac:spMk id="67" creationId="{C10E5DD5-9773-73B4-3FB0-816DD940B7E5}"/>
          </ac:spMkLst>
        </pc:spChg>
        <pc:spChg chg="mod">
          <ac:chgData name="Sneh Pandey" userId="S::sp743@duke.edu::14082e1a-38cb-4dac-8abf-df68ee1cda3a" providerId="AD" clId="Web-{FA11A3B7-5A1B-64A7-BDC8-76C58B32F6CC}" dt="2024-11-04T21:44:45.188" v="1906" actId="20577"/>
          <ac:spMkLst>
            <pc:docMk/>
            <pc:sldMk cId="2239463668" sldId="286"/>
            <ac:spMk id="68" creationId="{19FDAB77-5928-3FA6-8EC4-BD9B07020AF2}"/>
          </ac:spMkLst>
        </pc:spChg>
        <pc:spChg chg="mod">
          <ac:chgData name="Sneh Pandey" userId="S::sp743@duke.edu::14082e1a-38cb-4dac-8abf-df68ee1cda3a" providerId="AD" clId="Web-{FA11A3B7-5A1B-64A7-BDC8-76C58B32F6CC}" dt="2024-11-04T21:45:59.470" v="1979" actId="20577"/>
          <ac:spMkLst>
            <pc:docMk/>
            <pc:sldMk cId="2239463668" sldId="286"/>
            <ac:spMk id="69" creationId="{A79ED77A-FA1C-7434-AA93-4E559BF38C15}"/>
          </ac:spMkLst>
        </pc:spChg>
        <pc:spChg chg="mod">
          <ac:chgData name="Sneh Pandey" userId="S::sp743@duke.edu::14082e1a-38cb-4dac-8abf-df68ee1cda3a" providerId="AD" clId="Web-{FA11A3B7-5A1B-64A7-BDC8-76C58B32F6CC}" dt="2024-11-04T21:33:21.008" v="1421" actId="20577"/>
          <ac:spMkLst>
            <pc:docMk/>
            <pc:sldMk cId="2239463668" sldId="286"/>
            <ac:spMk id="70" creationId="{7476E62B-AC93-74AB-AFC2-3B7D35D6BFB9}"/>
          </ac:spMkLst>
        </pc:spChg>
        <pc:spChg chg="mod">
          <ac:chgData name="Sneh Pandey" userId="S::sp743@duke.edu::14082e1a-38cb-4dac-8abf-df68ee1cda3a" providerId="AD" clId="Web-{FA11A3B7-5A1B-64A7-BDC8-76C58B32F6CC}" dt="2024-11-04T21:49:28.769" v="2157" actId="20577"/>
          <ac:spMkLst>
            <pc:docMk/>
            <pc:sldMk cId="2239463668" sldId="286"/>
            <ac:spMk id="71" creationId="{583E348D-CF92-A753-2893-ED66F18B0F4A}"/>
          </ac:spMkLst>
        </pc:spChg>
        <pc:cxnChg chg="mod">
          <ac:chgData name="Sneh Pandey" userId="S::sp743@duke.edu::14082e1a-38cb-4dac-8abf-df68ee1cda3a" providerId="AD" clId="Web-{FA11A3B7-5A1B-64A7-BDC8-76C58B32F6CC}" dt="2024-11-04T21:24:50.581" v="924" actId="1076"/>
          <ac:cxnSpMkLst>
            <pc:docMk/>
            <pc:sldMk cId="2239463668" sldId="286"/>
            <ac:cxnSpMk id="66" creationId="{ECFE1920-9439-C287-B228-0AA82BB10866}"/>
          </ac:cxnSpMkLst>
        </pc:cxnChg>
      </pc:sldChg>
    </pc:docChg>
  </pc:docChgLst>
  <pc:docChgLst>
    <pc:chgData name="Harsh Jain" userId="S::hj178@duke.edu::e34c7272-1501-4a05-8ac0-d92d3b760f48" providerId="AD" clId="Web-{0A3753C6-3844-9C2D-F490-F528FCE544D8}"/>
    <pc:docChg chg="modSld">
      <pc:chgData name="Harsh Jain" userId="S::hj178@duke.edu::e34c7272-1501-4a05-8ac0-d92d3b760f48" providerId="AD" clId="Web-{0A3753C6-3844-9C2D-F490-F528FCE544D8}" dt="2024-10-29T15:28:53.176" v="24" actId="20577"/>
      <pc:docMkLst>
        <pc:docMk/>
      </pc:docMkLst>
      <pc:sldChg chg="modSp">
        <pc:chgData name="Harsh Jain" userId="S::hj178@duke.edu::e34c7272-1501-4a05-8ac0-d92d3b760f48" providerId="AD" clId="Web-{0A3753C6-3844-9C2D-F490-F528FCE544D8}" dt="2024-10-29T15:20:04.381" v="12" actId="1076"/>
        <pc:sldMkLst>
          <pc:docMk/>
          <pc:sldMk cId="3988347247" sldId="274"/>
        </pc:sldMkLst>
        <pc:spChg chg="mod">
          <ac:chgData name="Harsh Jain" userId="S::hj178@duke.edu::e34c7272-1501-4a05-8ac0-d92d3b760f48" providerId="AD" clId="Web-{0A3753C6-3844-9C2D-F490-F528FCE544D8}" dt="2024-10-29T15:20:04.381" v="12" actId="1076"/>
          <ac:spMkLst>
            <pc:docMk/>
            <pc:sldMk cId="3988347247" sldId="274"/>
            <ac:spMk id="2" creationId="{808BD978-0524-487C-A5E3-F56278978EBF}"/>
          </ac:spMkLst>
        </pc:spChg>
      </pc:sldChg>
      <pc:sldChg chg="modSp">
        <pc:chgData name="Harsh Jain" userId="S::hj178@duke.edu::e34c7272-1501-4a05-8ac0-d92d3b760f48" providerId="AD" clId="Web-{0A3753C6-3844-9C2D-F490-F528FCE544D8}" dt="2024-10-29T15:28:53.176" v="24" actId="20577"/>
        <pc:sldMkLst>
          <pc:docMk/>
          <pc:sldMk cId="516874429" sldId="276"/>
        </pc:sldMkLst>
        <pc:spChg chg="mod">
          <ac:chgData name="Harsh Jain" userId="S::hj178@duke.edu::e34c7272-1501-4a05-8ac0-d92d3b760f48" providerId="AD" clId="Web-{0A3753C6-3844-9C2D-F490-F528FCE544D8}" dt="2024-10-29T15:28:53.176" v="24" actId="20577"/>
          <ac:spMkLst>
            <pc:docMk/>
            <pc:sldMk cId="516874429" sldId="276"/>
            <ac:spMk id="2" creationId="{DC1D69AC-DF76-3F5B-ED04-1A994679E903}"/>
          </ac:spMkLst>
        </pc:spChg>
        <pc:spChg chg="mod">
          <ac:chgData name="Harsh Jain" userId="S::hj178@duke.edu::e34c7272-1501-4a05-8ac0-d92d3b760f48" providerId="AD" clId="Web-{0A3753C6-3844-9C2D-F490-F528FCE544D8}" dt="2024-10-29T15:28:19.458" v="22" actId="14100"/>
          <ac:spMkLst>
            <pc:docMk/>
            <pc:sldMk cId="516874429" sldId="276"/>
            <ac:spMk id="3" creationId="{1FEC85EB-3983-7612-31B2-3676BCB63149}"/>
          </ac:spMkLst>
        </pc:spChg>
        <pc:cxnChg chg="mod">
          <ac:chgData name="Harsh Jain" userId="S::hj178@duke.edu::e34c7272-1501-4a05-8ac0-d92d3b760f48" providerId="AD" clId="Web-{0A3753C6-3844-9C2D-F490-F528FCE544D8}" dt="2024-10-29T15:28:38.989" v="23" actId="14100"/>
          <ac:cxnSpMkLst>
            <pc:docMk/>
            <pc:sldMk cId="516874429" sldId="276"/>
            <ac:cxnSpMk id="46" creationId="{3560959A-483A-6C13-6848-682A05DA0E38}"/>
          </ac:cxnSpMkLst>
        </pc:cxnChg>
      </pc:sldChg>
    </pc:docChg>
  </pc:docChgLst>
  <pc:docChgLst>
    <pc:chgData name="Amrit Chugani" userId="S::ac928@duke.edu::74943e04-3dec-4f3f-a395-81cfa4795985" providerId="AD" clId="Web-{7436FB1E-3D02-8249-51C2-FFC86F4B1E20}"/>
    <pc:docChg chg="modSld">
      <pc:chgData name="Amrit Chugani" userId="S::ac928@duke.edu::74943e04-3dec-4f3f-a395-81cfa4795985" providerId="AD" clId="Web-{7436FB1E-3D02-8249-51C2-FFC86F4B1E20}" dt="2024-10-30T00:25:43.907" v="1574" actId="20577"/>
      <pc:docMkLst>
        <pc:docMk/>
      </pc:docMkLst>
      <pc:sldChg chg="addSp delSp modSp">
        <pc:chgData name="Amrit Chugani" userId="S::ac928@duke.edu::74943e04-3dec-4f3f-a395-81cfa4795985" providerId="AD" clId="Web-{7436FB1E-3D02-8249-51C2-FFC86F4B1E20}" dt="2024-10-29T23:49:14.263" v="489" actId="20577"/>
        <pc:sldMkLst>
          <pc:docMk/>
          <pc:sldMk cId="3559554758" sldId="262"/>
        </pc:sldMkLst>
        <pc:spChg chg="add mod">
          <ac:chgData name="Amrit Chugani" userId="S::ac928@duke.edu::74943e04-3dec-4f3f-a395-81cfa4795985" providerId="AD" clId="Web-{7436FB1E-3D02-8249-51C2-FFC86F4B1E20}" dt="2024-10-29T23:22:03.158" v="64" actId="1076"/>
          <ac:spMkLst>
            <pc:docMk/>
            <pc:sldMk cId="3559554758" sldId="262"/>
            <ac:spMk id="2" creationId="{9575474E-CB2E-F30B-EF83-F6C234B78BE5}"/>
          </ac:spMkLst>
        </pc:spChg>
        <pc:spChg chg="add mod">
          <ac:chgData name="Amrit Chugani" userId="S::ac928@duke.edu::74943e04-3dec-4f3f-a395-81cfa4795985" providerId="AD" clId="Web-{7436FB1E-3D02-8249-51C2-FFC86F4B1E20}" dt="2024-10-29T23:49:14.263" v="489" actId="20577"/>
          <ac:spMkLst>
            <pc:docMk/>
            <pc:sldMk cId="3559554758" sldId="262"/>
            <ac:spMk id="3" creationId="{7503738F-9B42-159A-7824-01EF020F5D9B}"/>
          </ac:spMkLst>
        </pc:spChg>
        <pc:spChg chg="del mod">
          <ac:chgData name="Amrit Chugani" userId="S::ac928@duke.edu::74943e04-3dec-4f3f-a395-81cfa4795985" providerId="AD" clId="Web-{7436FB1E-3D02-8249-51C2-FFC86F4B1E20}" dt="2024-10-29T23:21:14.858" v="60"/>
          <ac:spMkLst>
            <pc:docMk/>
            <pc:sldMk cId="3559554758" sldId="262"/>
            <ac:spMk id="61" creationId="{AD820984-5FE1-D015-DACF-8AFFE318F0CE}"/>
          </ac:spMkLst>
        </pc:spChg>
        <pc:picChg chg="mod">
          <ac:chgData name="Amrit Chugani" userId="S::ac928@duke.edu::74943e04-3dec-4f3f-a395-81cfa4795985" providerId="AD" clId="Web-{7436FB1E-3D02-8249-51C2-FFC86F4B1E20}" dt="2024-10-29T23:21:54.313" v="63" actId="1076"/>
          <ac:picMkLst>
            <pc:docMk/>
            <pc:sldMk cId="3559554758" sldId="262"/>
            <ac:picMk id="3074" creationId="{D516CED1-3FF1-29D0-6E37-704197B4711F}"/>
          </ac:picMkLst>
        </pc:picChg>
      </pc:sldChg>
      <pc:sldChg chg="addSp delSp modSp">
        <pc:chgData name="Amrit Chugani" userId="S::ac928@duke.edu::74943e04-3dec-4f3f-a395-81cfa4795985" providerId="AD" clId="Web-{7436FB1E-3D02-8249-51C2-FFC86F4B1E20}" dt="2024-10-29T23:40:48.012" v="401" actId="14100"/>
        <pc:sldMkLst>
          <pc:docMk/>
          <pc:sldMk cId="516874429" sldId="276"/>
        </pc:sldMkLst>
        <pc:spChg chg="add mod">
          <ac:chgData name="Amrit Chugani" userId="S::ac928@duke.edu::74943e04-3dec-4f3f-a395-81cfa4795985" providerId="AD" clId="Web-{7436FB1E-3D02-8249-51C2-FFC86F4B1E20}" dt="2024-10-29T23:40:48.012" v="401" actId="14100"/>
          <ac:spMkLst>
            <pc:docMk/>
            <pc:sldMk cId="516874429" sldId="276"/>
            <ac:spMk id="5" creationId="{EB2F3D5A-91E7-964C-BE0D-4252A3678E53}"/>
          </ac:spMkLst>
        </pc:spChg>
        <pc:spChg chg="mod">
          <ac:chgData name="Amrit Chugani" userId="S::ac928@duke.edu::74943e04-3dec-4f3f-a395-81cfa4795985" providerId="AD" clId="Web-{7436FB1E-3D02-8249-51C2-FFC86F4B1E20}" dt="2024-10-29T23:27:37.398" v="288" actId="14100"/>
          <ac:spMkLst>
            <pc:docMk/>
            <pc:sldMk cId="516874429" sldId="276"/>
            <ac:spMk id="51" creationId="{13365DBC-FA55-7050-B322-7F7EB363F2BB}"/>
          </ac:spMkLst>
        </pc:spChg>
        <pc:spChg chg="mod">
          <ac:chgData name="Amrit Chugani" userId="S::ac928@duke.edu::74943e04-3dec-4f3f-a395-81cfa4795985" providerId="AD" clId="Web-{7436FB1E-3D02-8249-51C2-FFC86F4B1E20}" dt="2024-10-29T23:27:42.695" v="289" actId="14100"/>
          <ac:spMkLst>
            <pc:docMk/>
            <pc:sldMk cId="516874429" sldId="276"/>
            <ac:spMk id="53" creationId="{C6252114-2957-70DB-C18D-75A7F00B602A}"/>
          </ac:spMkLst>
        </pc:spChg>
        <pc:spChg chg="del mod">
          <ac:chgData name="Amrit Chugani" userId="S::ac928@duke.edu::74943e04-3dec-4f3f-a395-81cfa4795985" providerId="AD" clId="Web-{7436FB1E-3D02-8249-51C2-FFC86F4B1E20}" dt="2024-10-29T23:05:54.783" v="35"/>
          <ac:spMkLst>
            <pc:docMk/>
            <pc:sldMk cId="516874429" sldId="276"/>
            <ac:spMk id="57" creationId="{8F049718-F1C0-6BF4-276D-F9728904740F}"/>
          </ac:spMkLst>
        </pc:spChg>
      </pc:sldChg>
      <pc:sldChg chg="modSp">
        <pc:chgData name="Amrit Chugani" userId="S::ac928@duke.edu::74943e04-3dec-4f3f-a395-81cfa4795985" providerId="AD" clId="Web-{7436FB1E-3D02-8249-51C2-FFC86F4B1E20}" dt="2024-10-30T00:25:43.907" v="1574" actId="20577"/>
        <pc:sldMkLst>
          <pc:docMk/>
          <pc:sldMk cId="1395366015" sldId="281"/>
        </pc:sldMkLst>
        <pc:spChg chg="mod">
          <ac:chgData name="Amrit Chugani" userId="S::ac928@duke.edu::74943e04-3dec-4f3f-a395-81cfa4795985" providerId="AD" clId="Web-{7436FB1E-3D02-8249-51C2-FFC86F4B1E20}" dt="2024-10-30T00:25:43.907" v="1574" actId="20577"/>
          <ac:spMkLst>
            <pc:docMk/>
            <pc:sldMk cId="1395366015" sldId="281"/>
            <ac:spMk id="34" creationId="{2721813C-1A63-10CF-5F8F-1DFECE63BF72}"/>
          </ac:spMkLst>
        </pc:spChg>
        <pc:spChg chg="mod">
          <ac:chgData name="Amrit Chugani" userId="S::ac928@duke.edu::74943e04-3dec-4f3f-a395-81cfa4795985" providerId="AD" clId="Web-{7436FB1E-3D02-8249-51C2-FFC86F4B1E20}" dt="2024-10-29T23:53:34.187" v="541" actId="20577"/>
          <ac:spMkLst>
            <pc:docMk/>
            <pc:sldMk cId="1395366015" sldId="281"/>
            <ac:spMk id="40" creationId="{8B8409D5-24C6-56CD-18EB-E7E0B5117B8A}"/>
          </ac:spMkLst>
        </pc:spChg>
      </pc:sldChg>
    </pc:docChg>
  </pc:docChgLst>
  <pc:docChgLst>
    <pc:chgData name="Sudhire Rahul Karunakaran" userId="S::sk932@duke.edu::a3f74f02-74ea-40b8-ad26-a63ae8742324" providerId="AD" clId="Web-{F81EAAF4-553F-5879-12E6-62A2FA0B0A2E}"/>
    <pc:docChg chg="modSld">
      <pc:chgData name="Sudhire Rahul Karunakaran" userId="S::sk932@duke.edu::a3f74f02-74ea-40b8-ad26-a63ae8742324" providerId="AD" clId="Web-{F81EAAF4-553F-5879-12E6-62A2FA0B0A2E}" dt="2024-10-28T17:18:59.754" v="1" actId="1076"/>
      <pc:docMkLst>
        <pc:docMk/>
      </pc:docMkLst>
      <pc:sldChg chg="addSp modSp">
        <pc:chgData name="Sudhire Rahul Karunakaran" userId="S::sk932@duke.edu::a3f74f02-74ea-40b8-ad26-a63ae8742324" providerId="AD" clId="Web-{F81EAAF4-553F-5879-12E6-62A2FA0B0A2E}" dt="2024-10-28T17:18:59.754" v="1" actId="1076"/>
        <pc:sldMkLst>
          <pc:docMk/>
          <pc:sldMk cId="3988347247" sldId="274"/>
        </pc:sldMkLst>
        <pc:graphicFrameChg chg="add mod">
          <ac:chgData name="Sudhire Rahul Karunakaran" userId="S::sk932@duke.edu::a3f74f02-74ea-40b8-ad26-a63ae8742324" providerId="AD" clId="Web-{F81EAAF4-553F-5879-12E6-62A2FA0B0A2E}" dt="2024-10-28T17:18:59.754" v="1" actId="1076"/>
          <ac:graphicFrameMkLst>
            <pc:docMk/>
            <pc:sldMk cId="3988347247" sldId="274"/>
            <ac:graphicFrameMk id="6" creationId="{1F306372-BF89-B01E-4A79-00C98AD8C3AA}"/>
          </ac:graphicFrameMkLst>
        </pc:graphicFrameChg>
      </pc:sldChg>
    </pc:docChg>
  </pc:docChgLst>
  <pc:docChgLst>
    <pc:chgData name="Harsh Jain" userId="S::hj178@duke.edu::e34c7272-1501-4a05-8ac0-d92d3b760f48" providerId="AD" clId="Web-{BB6F8A8F-1EC0-D659-CECB-9ED11DCA8963}"/>
    <pc:docChg chg="addSld delSld modSld sldOrd">
      <pc:chgData name="Harsh Jain" userId="S::hj178@duke.edu::e34c7272-1501-4a05-8ac0-d92d3b760f48" providerId="AD" clId="Web-{BB6F8A8F-1EC0-D659-CECB-9ED11DCA8963}" dt="2024-10-30T00:09:37.825" v="410" actId="20577"/>
      <pc:docMkLst>
        <pc:docMk/>
      </pc:docMkLst>
      <pc:sldChg chg="addSp delSp modSp del">
        <pc:chgData name="Harsh Jain" userId="S::hj178@duke.edu::e34c7272-1501-4a05-8ac0-d92d3b760f48" providerId="AD" clId="Web-{BB6F8A8F-1EC0-D659-CECB-9ED11DCA8963}" dt="2024-10-29T23:45:22.525" v="21"/>
        <pc:sldMkLst>
          <pc:docMk/>
          <pc:sldMk cId="109857222" sldId="256"/>
        </pc:sldMkLst>
        <pc:spChg chg="del">
          <ac:chgData name="Harsh Jain" userId="S::hj178@duke.edu::e34c7272-1501-4a05-8ac0-d92d3b760f48" providerId="AD" clId="Web-{BB6F8A8F-1EC0-D659-CECB-9ED11DCA8963}" dt="2024-10-29T23:44:59.384" v="17"/>
          <ac:spMkLst>
            <pc:docMk/>
            <pc:sldMk cId="109857222" sldId="256"/>
            <ac:spMk id="2" creationId="{00000000-0000-0000-0000-000000000000}"/>
          </ac:spMkLst>
        </pc:spChg>
        <pc:spChg chg="del">
          <ac:chgData name="Harsh Jain" userId="S::hj178@duke.edu::e34c7272-1501-4a05-8ac0-d92d3b760f48" providerId="AD" clId="Web-{BB6F8A8F-1EC0-D659-CECB-9ED11DCA8963}" dt="2024-10-29T23:44:59.369" v="16"/>
          <ac:spMkLst>
            <pc:docMk/>
            <pc:sldMk cId="109857222" sldId="256"/>
            <ac:spMk id="3" creationId="{00000000-0000-0000-0000-000000000000}"/>
          </ac:spMkLst>
        </pc:spChg>
        <pc:spChg chg="add mod">
          <ac:chgData name="Harsh Jain" userId="S::hj178@duke.edu::e34c7272-1501-4a05-8ac0-d92d3b760f48" providerId="AD" clId="Web-{BB6F8A8F-1EC0-D659-CECB-9ED11DCA8963}" dt="2024-10-29T23:44:59.369" v="16"/>
          <ac:spMkLst>
            <pc:docMk/>
            <pc:sldMk cId="109857222" sldId="256"/>
            <ac:spMk id="5" creationId="{54411175-1E15-4253-D34B-3CC2041D718C}"/>
          </ac:spMkLst>
        </pc:spChg>
        <pc:spChg chg="add mod">
          <ac:chgData name="Harsh Jain" userId="S::hj178@duke.edu::e34c7272-1501-4a05-8ac0-d92d3b760f48" providerId="AD" clId="Web-{BB6F8A8F-1EC0-D659-CECB-9ED11DCA8963}" dt="2024-10-29T23:44:59.384" v="17"/>
          <ac:spMkLst>
            <pc:docMk/>
            <pc:sldMk cId="109857222" sldId="256"/>
            <ac:spMk id="7" creationId="{0DC708B9-18C0-F3BD-9436-A6C265AF03A7}"/>
          </ac:spMkLst>
        </pc:spChg>
        <pc:picChg chg="add del mod">
          <ac:chgData name="Harsh Jain" userId="S::hj178@duke.edu::e34c7272-1501-4a05-8ac0-d92d3b760f48" providerId="AD" clId="Web-{BB6F8A8F-1EC0-D659-CECB-9ED11DCA8963}" dt="2024-10-29T23:45:05.697" v="19"/>
          <ac:picMkLst>
            <pc:docMk/>
            <pc:sldMk cId="109857222" sldId="256"/>
            <ac:picMk id="8" creationId="{3F89CB6D-4667-FA56-B362-FC89EA552950}"/>
          </ac:picMkLst>
        </pc:picChg>
      </pc:sldChg>
      <pc:sldChg chg="add del">
        <pc:chgData name="Harsh Jain" userId="S::hj178@duke.edu::e34c7272-1501-4a05-8ac0-d92d3b760f48" providerId="AD" clId="Web-{BB6F8A8F-1EC0-D659-CECB-9ED11DCA8963}" dt="2024-10-29T23:48:20.560" v="60"/>
        <pc:sldMkLst>
          <pc:docMk/>
          <pc:sldMk cId="2880335198" sldId="257"/>
        </pc:sldMkLst>
      </pc:sldChg>
      <pc:sldChg chg="addSp delSp modSp ord">
        <pc:chgData name="Harsh Jain" userId="S::hj178@duke.edu::e34c7272-1501-4a05-8ac0-d92d3b760f48" providerId="AD" clId="Web-{BB6F8A8F-1EC0-D659-CECB-9ED11DCA8963}" dt="2024-10-30T00:07:49.261" v="399" actId="1076"/>
        <pc:sldMkLst>
          <pc:docMk/>
          <pc:sldMk cId="0" sldId="268"/>
        </pc:sldMkLst>
        <pc:spChg chg="del">
          <ac:chgData name="Harsh Jain" userId="S::hj178@duke.edu::e34c7272-1501-4a05-8ac0-d92d3b760f48" providerId="AD" clId="Web-{BB6F8A8F-1EC0-D659-CECB-9ED11DCA8963}" dt="2024-10-29T23:45:29.166" v="36"/>
          <ac:spMkLst>
            <pc:docMk/>
            <pc:sldMk cId="0" sldId="268"/>
            <ac:spMk id="2" creationId="{00000000-0000-0000-0000-000000000000}"/>
          </ac:spMkLst>
        </pc:spChg>
        <pc:spChg chg="del">
          <ac:chgData name="Harsh Jain" userId="S::hj178@duke.edu::e34c7272-1501-4a05-8ac0-d92d3b760f48" providerId="AD" clId="Web-{BB6F8A8F-1EC0-D659-CECB-9ED11DCA8963}" dt="2024-10-29T23:45:29.166" v="35"/>
          <ac:spMkLst>
            <pc:docMk/>
            <pc:sldMk cId="0" sldId="268"/>
            <ac:spMk id="3" creationId="{00000000-0000-0000-0000-000000000000}"/>
          </ac:spMkLst>
        </pc:spChg>
        <pc:spChg chg="add del mod">
          <ac:chgData name="Harsh Jain" userId="S::hj178@duke.edu::e34c7272-1501-4a05-8ac0-d92d3b760f48" providerId="AD" clId="Web-{BB6F8A8F-1EC0-D659-CECB-9ED11DCA8963}" dt="2024-10-29T23:48:55.154" v="70"/>
          <ac:spMkLst>
            <pc:docMk/>
            <pc:sldMk cId="0" sldId="268"/>
            <ac:spMk id="6" creationId="{A01B915D-4565-3FF2-293B-EE8A467ABABD}"/>
          </ac:spMkLst>
        </pc:spChg>
        <pc:spChg chg="del">
          <ac:chgData name="Harsh Jain" userId="S::hj178@duke.edu::e34c7272-1501-4a05-8ac0-d92d3b760f48" providerId="AD" clId="Web-{BB6F8A8F-1EC0-D659-CECB-9ED11DCA8963}" dt="2024-10-29T23:45:29.150" v="34"/>
          <ac:spMkLst>
            <pc:docMk/>
            <pc:sldMk cId="0" sldId="268"/>
            <ac:spMk id="7" creationId="{00000000-0000-0000-0000-000000000000}"/>
          </ac:spMkLst>
        </pc:spChg>
        <pc:spChg chg="add mod">
          <ac:chgData name="Harsh Jain" userId="S::hj178@duke.edu::e34c7272-1501-4a05-8ac0-d92d3b760f48" providerId="AD" clId="Web-{BB6F8A8F-1EC0-D659-CECB-9ED11DCA8963}" dt="2024-10-30T00:07:49.261" v="399" actId="1076"/>
          <ac:spMkLst>
            <pc:docMk/>
            <pc:sldMk cId="0" sldId="268"/>
            <ac:spMk id="10" creationId="{B093DDF7-BF13-FF18-2554-8A23CB99F363}"/>
          </ac:spMkLst>
        </pc:spChg>
        <pc:spChg chg="del">
          <ac:chgData name="Harsh Jain" userId="S::hj178@duke.edu::e34c7272-1501-4a05-8ac0-d92d3b760f48" providerId="AD" clId="Web-{BB6F8A8F-1EC0-D659-CECB-9ED11DCA8963}" dt="2024-10-29T23:45:29.150" v="32"/>
          <ac:spMkLst>
            <pc:docMk/>
            <pc:sldMk cId="0" sldId="268"/>
            <ac:spMk id="54" creationId="{00000000-0000-0000-0000-000000000000}"/>
          </ac:spMkLst>
        </pc:spChg>
        <pc:spChg chg="del">
          <ac:chgData name="Harsh Jain" userId="S::hj178@duke.edu::e34c7272-1501-4a05-8ac0-d92d3b760f48" providerId="AD" clId="Web-{BB6F8A8F-1EC0-D659-CECB-9ED11DCA8963}" dt="2024-10-29T23:45:29.150" v="30"/>
          <ac:spMkLst>
            <pc:docMk/>
            <pc:sldMk cId="0" sldId="268"/>
            <ac:spMk id="65" creationId="{00000000-0000-0000-0000-000000000000}"/>
          </ac:spMkLst>
        </pc:spChg>
        <pc:spChg chg="del">
          <ac:chgData name="Harsh Jain" userId="S::hj178@duke.edu::e34c7272-1501-4a05-8ac0-d92d3b760f48" providerId="AD" clId="Web-{BB6F8A8F-1EC0-D659-CECB-9ED11DCA8963}" dt="2024-10-29T23:45:29.150" v="29"/>
          <ac:spMkLst>
            <pc:docMk/>
            <pc:sldMk cId="0" sldId="268"/>
            <ac:spMk id="66" creationId="{00000000-0000-0000-0000-000000000000}"/>
          </ac:spMkLst>
        </pc:spChg>
        <pc:spChg chg="del">
          <ac:chgData name="Harsh Jain" userId="S::hj178@duke.edu::e34c7272-1501-4a05-8ac0-d92d3b760f48" providerId="AD" clId="Web-{BB6F8A8F-1EC0-D659-CECB-9ED11DCA8963}" dt="2024-10-29T23:45:29.150" v="28"/>
          <ac:spMkLst>
            <pc:docMk/>
            <pc:sldMk cId="0" sldId="268"/>
            <ac:spMk id="67" creationId="{00000000-0000-0000-0000-000000000000}"/>
          </ac:spMkLst>
        </pc:spChg>
        <pc:spChg chg="del">
          <ac:chgData name="Harsh Jain" userId="S::hj178@duke.edu::e34c7272-1501-4a05-8ac0-d92d3b760f48" providerId="AD" clId="Web-{BB6F8A8F-1EC0-D659-CECB-9ED11DCA8963}" dt="2024-10-29T23:45:29.150" v="27"/>
          <ac:spMkLst>
            <pc:docMk/>
            <pc:sldMk cId="0" sldId="268"/>
            <ac:spMk id="68" creationId="{00000000-0000-0000-0000-000000000000}"/>
          </ac:spMkLst>
        </pc:spChg>
        <pc:spChg chg="del mod">
          <ac:chgData name="Harsh Jain" userId="S::hj178@duke.edu::e34c7272-1501-4a05-8ac0-d92d3b760f48" providerId="AD" clId="Web-{BB6F8A8F-1EC0-D659-CECB-9ED11DCA8963}" dt="2024-10-29T23:45:29.166" v="38"/>
          <ac:spMkLst>
            <pc:docMk/>
            <pc:sldMk cId="0" sldId="268"/>
            <ac:spMk id="105" creationId="{547F0A69-E338-3BA5-034F-9AE5DCCAC553}"/>
          </ac:spMkLst>
        </pc:spChg>
        <pc:spChg chg="del">
          <ac:chgData name="Harsh Jain" userId="S::hj178@duke.edu::e34c7272-1501-4a05-8ac0-d92d3b760f48" providerId="AD" clId="Web-{BB6F8A8F-1EC0-D659-CECB-9ED11DCA8963}" dt="2024-10-29T23:45:29.166" v="37"/>
          <ac:spMkLst>
            <pc:docMk/>
            <pc:sldMk cId="0" sldId="268"/>
            <ac:spMk id="106" creationId="{E3A24DA4-9C6E-D7AF-69F2-2D3BBA636641}"/>
          </ac:spMkLst>
        </pc:spChg>
        <pc:grpChg chg="del">
          <ac:chgData name="Harsh Jain" userId="S::hj178@duke.edu::e34c7272-1501-4a05-8ac0-d92d3b760f48" providerId="AD" clId="Web-{BB6F8A8F-1EC0-D659-CECB-9ED11DCA8963}" dt="2024-10-29T23:45:29.150" v="31"/>
          <ac:grpSpMkLst>
            <pc:docMk/>
            <pc:sldMk cId="0" sldId="268"/>
            <ac:grpSpMk id="75" creationId="{B9F75E7D-A454-A5BD-B74C-5CD187819CBB}"/>
          </ac:grpSpMkLst>
        </pc:grpChg>
        <pc:grpChg chg="del">
          <ac:chgData name="Harsh Jain" userId="S::hj178@duke.edu::e34c7272-1501-4a05-8ac0-d92d3b760f48" providerId="AD" clId="Web-{BB6F8A8F-1EC0-D659-CECB-9ED11DCA8963}" dt="2024-10-29T23:45:29.150" v="26"/>
          <ac:grpSpMkLst>
            <pc:docMk/>
            <pc:sldMk cId="0" sldId="268"/>
            <ac:grpSpMk id="76" creationId="{B234BB01-ED20-94AB-8B65-E47FDA7F41C0}"/>
          </ac:grpSpMkLst>
        </pc:grpChg>
        <pc:grpChg chg="del">
          <ac:chgData name="Harsh Jain" userId="S::hj178@duke.edu::e34c7272-1501-4a05-8ac0-d92d3b760f48" providerId="AD" clId="Web-{BB6F8A8F-1EC0-D659-CECB-9ED11DCA8963}" dt="2024-10-29T23:45:29.150" v="25"/>
          <ac:grpSpMkLst>
            <pc:docMk/>
            <pc:sldMk cId="0" sldId="268"/>
            <ac:grpSpMk id="81" creationId="{C3AC7000-8F1E-92AB-C455-8991A130DF90}"/>
          </ac:grpSpMkLst>
        </pc:grpChg>
        <pc:grpChg chg="del">
          <ac:chgData name="Harsh Jain" userId="S::hj178@duke.edu::e34c7272-1501-4a05-8ac0-d92d3b760f48" providerId="AD" clId="Web-{BB6F8A8F-1EC0-D659-CECB-9ED11DCA8963}" dt="2024-10-29T23:45:29.150" v="24"/>
          <ac:grpSpMkLst>
            <pc:docMk/>
            <pc:sldMk cId="0" sldId="268"/>
            <ac:grpSpMk id="86" creationId="{71FDA5DB-FB57-7872-BE0C-92FB373F4F5A}"/>
          </ac:grpSpMkLst>
        </pc:grpChg>
        <pc:grpChg chg="del">
          <ac:chgData name="Harsh Jain" userId="S::hj178@duke.edu::e34c7272-1501-4a05-8ac0-d92d3b760f48" providerId="AD" clId="Web-{BB6F8A8F-1EC0-D659-CECB-9ED11DCA8963}" dt="2024-10-29T23:45:29.150" v="23"/>
          <ac:grpSpMkLst>
            <pc:docMk/>
            <pc:sldMk cId="0" sldId="268"/>
            <ac:grpSpMk id="91" creationId="{1B566D00-F1DE-E892-1B62-28E0AB0374CA}"/>
          </ac:grpSpMkLst>
        </pc:grpChg>
        <pc:grpChg chg="del mod">
          <ac:chgData name="Harsh Jain" userId="S::hj178@duke.edu::e34c7272-1501-4a05-8ac0-d92d3b760f48" providerId="AD" clId="Web-{BB6F8A8F-1EC0-D659-CECB-9ED11DCA8963}" dt="2024-10-29T23:45:29.150" v="33"/>
          <ac:grpSpMkLst>
            <pc:docMk/>
            <pc:sldMk cId="0" sldId="268"/>
            <ac:grpSpMk id="113" creationId="{BAA448E6-F5F9-4D83-CC07-D1707DC9131F}"/>
          </ac:grpSpMkLst>
        </pc:grpChg>
        <pc:grpChg chg="del mod">
          <ac:chgData name="Harsh Jain" userId="S::hj178@duke.edu::e34c7272-1501-4a05-8ac0-d92d3b760f48" providerId="AD" clId="Web-{BB6F8A8F-1EC0-D659-CECB-9ED11DCA8963}" dt="2024-10-29T23:45:29.166" v="41"/>
          <ac:grpSpMkLst>
            <pc:docMk/>
            <pc:sldMk cId="0" sldId="268"/>
            <ac:grpSpMk id="114" creationId="{F4A5ADCF-D112-9D6C-0956-343F510DEC5A}"/>
          </ac:grpSpMkLst>
        </pc:grpChg>
        <pc:grpChg chg="del mod">
          <ac:chgData name="Harsh Jain" userId="S::hj178@duke.edu::e34c7272-1501-4a05-8ac0-d92d3b760f48" providerId="AD" clId="Web-{BB6F8A8F-1EC0-D659-CECB-9ED11DCA8963}" dt="2024-10-29T23:45:29.166" v="40"/>
          <ac:grpSpMkLst>
            <pc:docMk/>
            <pc:sldMk cId="0" sldId="268"/>
            <ac:grpSpMk id="115" creationId="{B2EEAE51-1FE2-F6F9-0781-4C445B94E56A}"/>
          </ac:grpSpMkLst>
        </pc:grpChg>
        <pc:grpChg chg="del mod">
          <ac:chgData name="Harsh Jain" userId="S::hj178@duke.edu::e34c7272-1501-4a05-8ac0-d92d3b760f48" providerId="AD" clId="Web-{BB6F8A8F-1EC0-D659-CECB-9ED11DCA8963}" dt="2024-10-29T23:45:29.166" v="39"/>
          <ac:grpSpMkLst>
            <pc:docMk/>
            <pc:sldMk cId="0" sldId="268"/>
            <ac:grpSpMk id="116" creationId="{7E2FC0B5-17CB-A1EC-BEB2-2E99396C4660}"/>
          </ac:grpSpMkLst>
        </pc:grpChg>
        <pc:picChg chg="add del mod">
          <ac:chgData name="Harsh Jain" userId="S::hj178@duke.edu::e34c7272-1501-4a05-8ac0-d92d3b760f48" providerId="AD" clId="Web-{BB6F8A8F-1EC0-D659-CECB-9ED11DCA8963}" dt="2024-10-29T23:48:29.716" v="62"/>
          <ac:picMkLst>
            <pc:docMk/>
            <pc:sldMk cId="0" sldId="268"/>
            <ac:picMk id="4" creationId="{E3F75898-B026-6A40-1886-FD98A7D30A8C}"/>
          </ac:picMkLst>
        </pc:picChg>
        <pc:picChg chg="add del mod">
          <ac:chgData name="Harsh Jain" userId="S::hj178@duke.edu::e34c7272-1501-4a05-8ac0-d92d3b760f48" providerId="AD" clId="Web-{BB6F8A8F-1EC0-D659-CECB-9ED11DCA8963}" dt="2024-10-29T23:48:44.279" v="66"/>
          <ac:picMkLst>
            <pc:docMk/>
            <pc:sldMk cId="0" sldId="268"/>
            <ac:picMk id="5" creationId="{871CE854-6725-D7CA-6780-93310819E439}"/>
          </ac:picMkLst>
        </pc:picChg>
        <pc:picChg chg="add del mod">
          <ac:chgData name="Harsh Jain" userId="S::hj178@duke.edu::e34c7272-1501-4a05-8ac0-d92d3b760f48" providerId="AD" clId="Web-{BB6F8A8F-1EC0-D659-CECB-9ED11DCA8963}" dt="2024-10-29T23:49:07.815" v="72"/>
          <ac:picMkLst>
            <pc:docMk/>
            <pc:sldMk cId="0" sldId="268"/>
            <ac:picMk id="8" creationId="{70D6EC7C-B6A7-7376-ED75-F4B3254AA940}"/>
          </ac:picMkLst>
        </pc:picChg>
        <pc:picChg chg="add mod">
          <ac:chgData name="Harsh Jain" userId="S::hj178@duke.edu::e34c7272-1501-4a05-8ac0-d92d3b760f48" providerId="AD" clId="Web-{BB6F8A8F-1EC0-D659-CECB-9ED11DCA8963}" dt="2024-10-30T00:07:37.933" v="397" actId="1076"/>
          <ac:picMkLst>
            <pc:docMk/>
            <pc:sldMk cId="0" sldId="268"/>
            <ac:picMk id="9" creationId="{BBF0E225-9565-1EF0-86CB-71B0CB5009EF}"/>
          </ac:picMkLst>
        </pc:picChg>
      </pc:sldChg>
      <pc:sldChg chg="modSp">
        <pc:chgData name="Harsh Jain" userId="S::hj178@duke.edu::e34c7272-1501-4a05-8ac0-d92d3b760f48" providerId="AD" clId="Web-{BB6F8A8F-1EC0-D659-CECB-9ED11DCA8963}" dt="2024-10-30T00:00:57.220" v="214" actId="20577"/>
        <pc:sldMkLst>
          <pc:docMk/>
          <pc:sldMk cId="516874429" sldId="276"/>
        </pc:sldMkLst>
        <pc:spChg chg="mod">
          <ac:chgData name="Harsh Jain" userId="S::hj178@duke.edu::e34c7272-1501-4a05-8ac0-d92d3b760f48" providerId="AD" clId="Web-{BB6F8A8F-1EC0-D659-CECB-9ED11DCA8963}" dt="2024-10-30T00:00:57.220" v="214" actId="20577"/>
          <ac:spMkLst>
            <pc:docMk/>
            <pc:sldMk cId="516874429" sldId="276"/>
            <ac:spMk id="6" creationId="{6E8B97D6-E718-9C1F-DA20-1E290BCF9478}"/>
          </ac:spMkLst>
        </pc:spChg>
      </pc:sldChg>
      <pc:sldChg chg="modSp">
        <pc:chgData name="Harsh Jain" userId="S::hj178@duke.edu::e34c7272-1501-4a05-8ac0-d92d3b760f48" providerId="AD" clId="Web-{BB6F8A8F-1EC0-D659-CECB-9ED11DCA8963}" dt="2024-10-29T23:53:15.646" v="98" actId="1076"/>
        <pc:sldMkLst>
          <pc:docMk/>
          <pc:sldMk cId="3144237048" sldId="277"/>
        </pc:sldMkLst>
        <pc:spChg chg="mod">
          <ac:chgData name="Harsh Jain" userId="S::hj178@duke.edu::e34c7272-1501-4a05-8ac0-d92d3b760f48" providerId="AD" clId="Web-{BB6F8A8F-1EC0-D659-CECB-9ED11DCA8963}" dt="2024-10-29T23:53:15.646" v="98" actId="1076"/>
          <ac:spMkLst>
            <pc:docMk/>
            <pc:sldMk cId="3144237048" sldId="277"/>
            <ac:spMk id="5" creationId="{A6BF6E0A-F516-9DEE-27D1-EE9148006B3F}"/>
          </ac:spMkLst>
        </pc:spChg>
      </pc:sldChg>
      <pc:sldChg chg="modSp add replId">
        <pc:chgData name="Harsh Jain" userId="S::hj178@duke.edu::e34c7272-1501-4a05-8ac0-d92d3b760f48" providerId="AD" clId="Web-{BB6F8A8F-1EC0-D659-CECB-9ED11DCA8963}" dt="2024-10-29T23:59:13.328" v="166" actId="1076"/>
        <pc:sldMkLst>
          <pc:docMk/>
          <pc:sldMk cId="2367676559" sldId="280"/>
        </pc:sldMkLst>
        <pc:spChg chg="mod">
          <ac:chgData name="Harsh Jain" userId="S::hj178@duke.edu::e34c7272-1501-4a05-8ac0-d92d3b760f48" providerId="AD" clId="Web-{BB6F8A8F-1EC0-D659-CECB-9ED11DCA8963}" dt="2024-10-29T23:59:13.328" v="166" actId="1076"/>
          <ac:spMkLst>
            <pc:docMk/>
            <pc:sldMk cId="2367676559" sldId="280"/>
            <ac:spMk id="2" creationId="{00000000-0000-0000-0000-000000000000}"/>
          </ac:spMkLst>
        </pc:spChg>
      </pc:sldChg>
      <pc:sldChg chg="modSp">
        <pc:chgData name="Harsh Jain" userId="S::hj178@duke.edu::e34c7272-1501-4a05-8ac0-d92d3b760f48" providerId="AD" clId="Web-{BB6F8A8F-1EC0-D659-CECB-9ED11DCA8963}" dt="2024-10-30T00:09:12.653" v="400" actId="1076"/>
        <pc:sldMkLst>
          <pc:docMk/>
          <pc:sldMk cId="1395366015" sldId="281"/>
        </pc:sldMkLst>
        <pc:spChg chg="mod">
          <ac:chgData name="Harsh Jain" userId="S::hj178@duke.edu::e34c7272-1501-4a05-8ac0-d92d3b760f48" providerId="AD" clId="Web-{BB6F8A8F-1EC0-D659-CECB-9ED11DCA8963}" dt="2024-10-30T00:09:12.653" v="400" actId="1076"/>
          <ac:spMkLst>
            <pc:docMk/>
            <pc:sldMk cId="1395366015" sldId="281"/>
            <ac:spMk id="46" creationId="{B4EFA1CF-32D5-08E9-4601-30A35CEBB490}"/>
          </ac:spMkLst>
        </pc:spChg>
      </pc:sldChg>
      <pc:sldChg chg="addSp delSp modSp add replId">
        <pc:chgData name="Harsh Jain" userId="S::hj178@duke.edu::e34c7272-1501-4a05-8ac0-d92d3b760f48" providerId="AD" clId="Web-{BB6F8A8F-1EC0-D659-CECB-9ED11DCA8963}" dt="2024-10-30T00:09:37.825" v="410" actId="20577"/>
        <pc:sldMkLst>
          <pc:docMk/>
          <pc:sldMk cId="840640738" sldId="282"/>
        </pc:sldMkLst>
        <pc:spChg chg="add">
          <ac:chgData name="Harsh Jain" userId="S::hj178@duke.edu::e34c7272-1501-4a05-8ac0-d92d3b760f48" providerId="AD" clId="Web-{BB6F8A8F-1EC0-D659-CECB-9ED11DCA8963}" dt="2024-10-29T23:52:53.787" v="81"/>
          <ac:spMkLst>
            <pc:docMk/>
            <pc:sldMk cId="840640738" sldId="282"/>
            <ac:spMk id="10" creationId="{CF970FDC-948F-57E2-19D8-EC0628149AD5}"/>
          </ac:spMkLst>
        </pc:spChg>
        <pc:spChg chg="add mod">
          <ac:chgData name="Harsh Jain" userId="S::hj178@duke.edu::e34c7272-1501-4a05-8ac0-d92d3b760f48" providerId="AD" clId="Web-{BB6F8A8F-1EC0-D659-CECB-9ED11DCA8963}" dt="2024-10-29T23:54:14.631" v="132" actId="1076"/>
          <ac:spMkLst>
            <pc:docMk/>
            <pc:sldMk cId="840640738" sldId="282"/>
            <ac:spMk id="12" creationId="{7AB14E09-DA50-1954-2E02-AD6229B331AF}"/>
          </ac:spMkLst>
        </pc:spChg>
        <pc:spChg chg="add del mod">
          <ac:chgData name="Harsh Jain" userId="S::hj178@duke.edu::e34c7272-1501-4a05-8ac0-d92d3b760f48" providerId="AD" clId="Web-{BB6F8A8F-1EC0-D659-CECB-9ED11DCA8963}" dt="2024-10-29T23:53:37.600" v="107"/>
          <ac:spMkLst>
            <pc:docMk/>
            <pc:sldMk cId="840640738" sldId="282"/>
            <ac:spMk id="13" creationId="{D97420CD-512A-B814-4F1C-4AA856417CCB}"/>
          </ac:spMkLst>
        </pc:spChg>
        <pc:spChg chg="add del mod">
          <ac:chgData name="Harsh Jain" userId="S::hj178@duke.edu::e34c7272-1501-4a05-8ac0-d92d3b760f48" providerId="AD" clId="Web-{BB6F8A8F-1EC0-D659-CECB-9ED11DCA8963}" dt="2024-10-29T23:53:37.600" v="106"/>
          <ac:spMkLst>
            <pc:docMk/>
            <pc:sldMk cId="840640738" sldId="282"/>
            <ac:spMk id="14" creationId="{42A64275-2F11-6074-04EB-E9434537DE1B}"/>
          </ac:spMkLst>
        </pc:spChg>
        <pc:spChg chg="add del mod">
          <ac:chgData name="Harsh Jain" userId="S::hj178@duke.edu::e34c7272-1501-4a05-8ac0-d92d3b760f48" providerId="AD" clId="Web-{BB6F8A8F-1EC0-D659-CECB-9ED11DCA8963}" dt="2024-10-29T23:53:59.506" v="113"/>
          <ac:spMkLst>
            <pc:docMk/>
            <pc:sldMk cId="840640738" sldId="282"/>
            <ac:spMk id="15" creationId="{3D349012-990F-3480-0F2F-37B4123921A1}"/>
          </ac:spMkLst>
        </pc:spChg>
        <pc:spChg chg="add mod">
          <ac:chgData name="Harsh Jain" userId="S::hj178@duke.edu::e34c7272-1501-4a05-8ac0-d92d3b760f48" providerId="AD" clId="Web-{BB6F8A8F-1EC0-D659-CECB-9ED11DCA8963}" dt="2024-10-30T00:09:37.825" v="410" actId="20577"/>
          <ac:spMkLst>
            <pc:docMk/>
            <pc:sldMk cId="840640738" sldId="282"/>
            <ac:spMk id="16" creationId="{D090E2F1-8CC6-2CCB-C71B-B99047A5B14E}"/>
          </ac:spMkLst>
        </pc:spChg>
        <pc:picChg chg="add del">
          <ac:chgData name="Harsh Jain" userId="S::hj178@duke.edu::e34c7272-1501-4a05-8ac0-d92d3b760f48" providerId="AD" clId="Web-{BB6F8A8F-1EC0-D659-CECB-9ED11DCA8963}" dt="2024-10-29T23:47:45.278" v="53"/>
          <ac:picMkLst>
            <pc:docMk/>
            <pc:sldMk cId="840640738" sldId="282"/>
            <ac:picMk id="3" creationId="{54138A57-BCB3-199E-F2E3-9B3E25D97A76}"/>
          </ac:picMkLst>
        </pc:picChg>
        <pc:picChg chg="add del">
          <ac:chgData name="Harsh Jain" userId="S::hj178@duke.edu::e34c7272-1501-4a05-8ac0-d92d3b760f48" providerId="AD" clId="Web-{BB6F8A8F-1EC0-D659-CECB-9ED11DCA8963}" dt="2024-10-29T23:48:24.685" v="61"/>
          <ac:picMkLst>
            <pc:docMk/>
            <pc:sldMk cId="840640738" sldId="282"/>
            <ac:picMk id="4" creationId="{E3F75898-B026-6A40-1886-FD98A7D30A8C}"/>
          </ac:picMkLst>
        </pc:picChg>
        <pc:picChg chg="add del">
          <ac:chgData name="Harsh Jain" userId="S::hj178@duke.edu::e34c7272-1501-4a05-8ac0-d92d3b760f48" providerId="AD" clId="Web-{BB6F8A8F-1EC0-D659-CECB-9ED11DCA8963}" dt="2024-10-29T23:47:57.247" v="55"/>
          <ac:picMkLst>
            <pc:docMk/>
            <pc:sldMk cId="840640738" sldId="282"/>
            <ac:picMk id="6" creationId="{03931212-2E7B-3D8E-D4F0-E846531D2B28}"/>
          </ac:picMkLst>
        </pc:picChg>
        <pc:picChg chg="add del">
          <ac:chgData name="Harsh Jain" userId="S::hj178@duke.edu::e34c7272-1501-4a05-8ac0-d92d3b760f48" providerId="AD" clId="Web-{BB6F8A8F-1EC0-D659-CECB-9ED11DCA8963}" dt="2024-10-29T23:48:15.997" v="57"/>
          <ac:picMkLst>
            <pc:docMk/>
            <pc:sldMk cId="840640738" sldId="282"/>
            <ac:picMk id="8" creationId="{B98C0CF2-1CFE-9D30-51EB-40D6970FB11E}"/>
          </ac:picMkLst>
        </pc:picChg>
      </pc:sldChg>
    </pc:docChg>
  </pc:docChgLst>
  <pc:docChgLst>
    <pc:chgData name="Amrit Chugani" userId="S::ac928@duke.edu::74943e04-3dec-4f3f-a395-81cfa4795985" providerId="AD" clId="Web-{7F4F75EE-8E3C-07B8-25BE-091B45E3362F}"/>
    <pc:docChg chg="modSld">
      <pc:chgData name="Amrit Chugani" userId="S::ac928@duke.edu::74943e04-3dec-4f3f-a395-81cfa4795985" providerId="AD" clId="Web-{7F4F75EE-8E3C-07B8-25BE-091B45E3362F}" dt="2024-10-27T18:43:29.862" v="115" actId="20577"/>
      <pc:docMkLst>
        <pc:docMk/>
      </pc:docMkLst>
      <pc:sldChg chg="modSp">
        <pc:chgData name="Amrit Chugani" userId="S::ac928@duke.edu::74943e04-3dec-4f3f-a395-81cfa4795985" providerId="AD" clId="Web-{7F4F75EE-8E3C-07B8-25BE-091B45E3362F}" dt="2024-10-27T18:43:29.862" v="115" actId="20577"/>
        <pc:sldMkLst>
          <pc:docMk/>
          <pc:sldMk cId="0" sldId="268"/>
        </pc:sldMkLst>
      </pc:sldChg>
    </pc:docChg>
  </pc:docChgLst>
  <pc:docChgLst>
    <pc:chgData name="Sneh Pandey" userId="S::sp743@duke.edu::14082e1a-38cb-4dac-8abf-df68ee1cda3a" providerId="AD" clId="Web-{97C28B7A-1696-5FE2-BA6C-4110D7E227A8}"/>
    <pc:docChg chg="modSld">
      <pc:chgData name="Sneh Pandey" userId="S::sp743@duke.edu::14082e1a-38cb-4dac-8abf-df68ee1cda3a" providerId="AD" clId="Web-{97C28B7A-1696-5FE2-BA6C-4110D7E227A8}" dt="2024-10-30T00:07:23.720" v="864" actId="20577"/>
      <pc:docMkLst>
        <pc:docMk/>
      </pc:docMkLst>
      <pc:sldChg chg="modSp">
        <pc:chgData name="Sneh Pandey" userId="S::sp743@duke.edu::14082e1a-38cb-4dac-8abf-df68ee1cda3a" providerId="AD" clId="Web-{97C28B7A-1696-5FE2-BA6C-4110D7E227A8}" dt="2024-10-29T23:44:45.510" v="537" actId="20577"/>
        <pc:sldMkLst>
          <pc:docMk/>
          <pc:sldMk cId="3559554758" sldId="262"/>
        </pc:sldMkLst>
        <pc:spChg chg="mod">
          <ac:chgData name="Sneh Pandey" userId="S::sp743@duke.edu::14082e1a-38cb-4dac-8abf-df68ee1cda3a" providerId="AD" clId="Web-{97C28B7A-1696-5FE2-BA6C-4110D7E227A8}" dt="2024-10-29T23:24:43.261" v="82" actId="20577"/>
          <ac:spMkLst>
            <pc:docMk/>
            <pc:sldMk cId="3559554758" sldId="262"/>
            <ac:spMk id="26" creationId="{A7875803-0930-4514-D2DC-6F9E527233E4}"/>
          </ac:spMkLst>
        </pc:spChg>
        <pc:spChg chg="mod">
          <ac:chgData name="Sneh Pandey" userId="S::sp743@duke.edu::14082e1a-38cb-4dac-8abf-df68ee1cda3a" providerId="AD" clId="Web-{97C28B7A-1696-5FE2-BA6C-4110D7E227A8}" dt="2024-10-29T23:43:45.838" v="523" actId="20577"/>
          <ac:spMkLst>
            <pc:docMk/>
            <pc:sldMk cId="3559554758" sldId="262"/>
            <ac:spMk id="38" creationId="{ADCB3DB5-81E6-6ABF-1329-3D0D8AD4C90A}"/>
          </ac:spMkLst>
        </pc:spChg>
        <pc:spChg chg="mod">
          <ac:chgData name="Sneh Pandey" userId="S::sp743@duke.edu::14082e1a-38cb-4dac-8abf-df68ee1cda3a" providerId="AD" clId="Web-{97C28B7A-1696-5FE2-BA6C-4110D7E227A8}" dt="2024-10-29T23:44:45.510" v="537" actId="20577"/>
          <ac:spMkLst>
            <pc:docMk/>
            <pc:sldMk cId="3559554758" sldId="262"/>
            <ac:spMk id="39" creationId="{DCE76B4B-15E4-5355-DB8C-2D1AB00F01FC}"/>
          </ac:spMkLst>
        </pc:spChg>
        <pc:spChg chg="mod">
          <ac:chgData name="Sneh Pandey" userId="S::sp743@duke.edu::14082e1a-38cb-4dac-8abf-df68ee1cda3a" providerId="AD" clId="Web-{97C28B7A-1696-5FE2-BA6C-4110D7E227A8}" dt="2024-10-29T23:20:46.651" v="0" actId="20577"/>
          <ac:spMkLst>
            <pc:docMk/>
            <pc:sldMk cId="3559554758" sldId="262"/>
            <ac:spMk id="56" creationId="{678A9E95-6D34-D9ED-009E-6632399CA755}"/>
          </ac:spMkLst>
        </pc:spChg>
        <pc:spChg chg="mod">
          <ac:chgData name="Sneh Pandey" userId="S::sp743@duke.edu::14082e1a-38cb-4dac-8abf-df68ee1cda3a" providerId="AD" clId="Web-{97C28B7A-1696-5FE2-BA6C-4110D7E227A8}" dt="2024-10-29T23:40:56.696" v="481" actId="20577"/>
          <ac:spMkLst>
            <pc:docMk/>
            <pc:sldMk cId="3559554758" sldId="262"/>
            <ac:spMk id="59" creationId="{C047155C-E346-62F3-3B49-177F4AACC89A}"/>
          </ac:spMkLst>
        </pc:spChg>
      </pc:sldChg>
      <pc:sldChg chg="modSp modCm">
        <pc:chgData name="Sneh Pandey" userId="S::sp743@duke.edu::14082e1a-38cb-4dac-8abf-df68ee1cda3a" providerId="AD" clId="Web-{97C28B7A-1696-5FE2-BA6C-4110D7E227A8}" dt="2024-10-29T23:52:35.994" v="608" actId="20577"/>
        <pc:sldMkLst>
          <pc:docMk/>
          <pc:sldMk cId="962058049" sldId="275"/>
        </pc:sldMkLst>
        <pc:spChg chg="mod">
          <ac:chgData name="Sneh Pandey" userId="S::sp743@duke.edu::14082e1a-38cb-4dac-8abf-df68ee1cda3a" providerId="AD" clId="Web-{97C28B7A-1696-5FE2-BA6C-4110D7E227A8}" dt="2024-10-29T23:46:11.916" v="541" actId="1076"/>
          <ac:spMkLst>
            <pc:docMk/>
            <pc:sldMk cId="962058049" sldId="275"/>
            <ac:spMk id="24" creationId="{70537B23-F028-2A44-0251-A18A4DE9C464}"/>
          </ac:spMkLst>
        </pc:spChg>
        <pc:spChg chg="mod">
          <ac:chgData name="Sneh Pandey" userId="S::sp743@duke.edu::14082e1a-38cb-4dac-8abf-df68ee1cda3a" providerId="AD" clId="Web-{97C28B7A-1696-5FE2-BA6C-4110D7E227A8}" dt="2024-10-29T23:52:02.604" v="587" actId="20577"/>
          <ac:spMkLst>
            <pc:docMk/>
            <pc:sldMk cId="962058049" sldId="275"/>
            <ac:spMk id="26" creationId="{8B4A93EF-765C-AEDF-670B-8A96E8C75938}"/>
          </ac:spMkLst>
        </pc:spChg>
        <pc:spChg chg="mod">
          <ac:chgData name="Sneh Pandey" userId="S::sp743@duke.edu::14082e1a-38cb-4dac-8abf-df68ee1cda3a" providerId="AD" clId="Web-{97C28B7A-1696-5FE2-BA6C-4110D7E227A8}" dt="2024-10-29T23:52:35.994" v="608" actId="20577"/>
          <ac:spMkLst>
            <pc:docMk/>
            <pc:sldMk cId="962058049" sldId="275"/>
            <ac:spMk id="27" creationId="{F39AAB54-80A1-B864-1AAE-2985970BDDAC}"/>
          </ac:spMkLst>
        </pc:spChg>
        <pc:extLst>
          <p:ext xmlns:p="http://schemas.openxmlformats.org/presentationml/2006/main" uri="{D6D511B9-2390-475A-947B-AFAB55BFBCF1}">
            <pc226:cmChg xmlns:pc226="http://schemas.microsoft.com/office/powerpoint/2022/06/main/command" chg="mod">
              <pc226:chgData name="Sneh Pandey" userId="S::sp743@duke.edu::14082e1a-38cb-4dac-8abf-df68ee1cda3a" providerId="AD" clId="Web-{97C28B7A-1696-5FE2-BA6C-4110D7E227A8}" dt="2024-10-29T23:51:59.119" v="586" actId="20577"/>
              <pc2:cmMkLst xmlns:pc2="http://schemas.microsoft.com/office/powerpoint/2019/9/main/command">
                <pc:docMk/>
                <pc:sldMk cId="962058049" sldId="275"/>
                <pc2:cmMk id="{8735C43F-A018-43A9-A97C-8B69BE3CC003}"/>
              </pc2:cmMkLst>
            </pc226:cmChg>
          </p:ext>
        </pc:extLst>
      </pc:sldChg>
      <pc:sldChg chg="modSp">
        <pc:chgData name="Sneh Pandey" userId="S::sp743@duke.edu::14082e1a-38cb-4dac-8abf-df68ee1cda3a" providerId="AD" clId="Web-{97C28B7A-1696-5FE2-BA6C-4110D7E227A8}" dt="2024-10-30T00:07:23.720" v="864" actId="20577"/>
        <pc:sldMkLst>
          <pc:docMk/>
          <pc:sldMk cId="1395366015" sldId="281"/>
        </pc:sldMkLst>
        <pc:spChg chg="mod">
          <ac:chgData name="Sneh Pandey" userId="S::sp743@duke.edu::14082e1a-38cb-4dac-8abf-df68ee1cda3a" providerId="AD" clId="Web-{97C28B7A-1696-5FE2-BA6C-4110D7E227A8}" dt="2024-10-30T00:07:23.720" v="864" actId="20577"/>
          <ac:spMkLst>
            <pc:docMk/>
            <pc:sldMk cId="1395366015" sldId="281"/>
            <ac:spMk id="46" creationId="{B4EFA1CF-32D5-08E9-4601-30A35CEBB490}"/>
          </ac:spMkLst>
        </pc:spChg>
      </pc:sldChg>
    </pc:docChg>
  </pc:docChgLst>
  <pc:docChgLst>
    <pc:chgData name="Sudhire Rahul Karunakaran" userId="S::sk932@duke.edu::a3f74f02-74ea-40b8-ad26-a63ae8742324" providerId="AD" clId="Web-{43F81F18-3F9F-E29D-CC11-3E9DBA818624}"/>
    <pc:docChg chg="modSld">
      <pc:chgData name="Sudhire Rahul Karunakaran" userId="S::sk932@duke.edu::a3f74f02-74ea-40b8-ad26-a63ae8742324" providerId="AD" clId="Web-{43F81F18-3F9F-E29D-CC11-3E9DBA818624}" dt="2024-10-28T17:53:46.376" v="717" actId="1076"/>
      <pc:docMkLst>
        <pc:docMk/>
      </pc:docMkLst>
      <pc:sldChg chg="addSp delSp modSp">
        <pc:chgData name="Sudhire Rahul Karunakaran" userId="S::sk932@duke.edu::a3f74f02-74ea-40b8-ad26-a63ae8742324" providerId="AD" clId="Web-{43F81F18-3F9F-E29D-CC11-3E9DBA818624}" dt="2024-10-28T17:53:46.376" v="717" actId="1076"/>
        <pc:sldMkLst>
          <pc:docMk/>
          <pc:sldMk cId="3988347247" sldId="274"/>
        </pc:sldMkLst>
        <pc:graphicFrameChg chg="mod modGraphic">
          <ac:chgData name="Sudhire Rahul Karunakaran" userId="S::sk932@duke.edu::a3f74f02-74ea-40b8-ad26-a63ae8742324" providerId="AD" clId="Web-{43F81F18-3F9F-E29D-CC11-3E9DBA818624}" dt="2024-10-28T17:35:20.401" v="637"/>
          <ac:graphicFrameMkLst>
            <pc:docMk/>
            <pc:sldMk cId="3988347247" sldId="274"/>
            <ac:graphicFrameMk id="6" creationId="{1F306372-BF89-B01E-4A79-00C98AD8C3AA}"/>
          </ac:graphicFrameMkLst>
        </pc:graphicFrameChg>
        <pc:graphicFrameChg chg="add mod modGraphic">
          <ac:chgData name="Sudhire Rahul Karunakaran" userId="S::sk932@duke.edu::a3f74f02-74ea-40b8-ad26-a63ae8742324" providerId="AD" clId="Web-{43F81F18-3F9F-E29D-CC11-3E9DBA818624}" dt="2024-10-28T17:37:50.296" v="656"/>
          <ac:graphicFrameMkLst>
            <pc:docMk/>
            <pc:sldMk cId="3988347247" sldId="274"/>
            <ac:graphicFrameMk id="10" creationId="{35741502-93A7-C0CE-D4D4-CC3B242561D3}"/>
          </ac:graphicFrameMkLst>
        </pc:graphicFrameChg>
        <pc:picChg chg="add mod">
          <ac:chgData name="Sudhire Rahul Karunakaran" userId="S::sk932@duke.edu::a3f74f02-74ea-40b8-ad26-a63ae8742324" providerId="AD" clId="Web-{43F81F18-3F9F-E29D-CC11-3E9DBA818624}" dt="2024-10-28T17:50:58.277" v="704" actId="1076"/>
          <ac:picMkLst>
            <pc:docMk/>
            <pc:sldMk cId="3988347247" sldId="274"/>
            <ac:picMk id="12" creationId="{459199CF-F3F8-1A09-83BF-8AC13EE2841A}"/>
          </ac:picMkLst>
        </pc:picChg>
        <pc:picChg chg="add mod">
          <ac:chgData name="Sudhire Rahul Karunakaran" userId="S::sk932@duke.edu::a3f74f02-74ea-40b8-ad26-a63ae8742324" providerId="AD" clId="Web-{43F81F18-3F9F-E29D-CC11-3E9DBA818624}" dt="2024-10-28T17:47:39.895" v="684" actId="1076"/>
          <ac:picMkLst>
            <pc:docMk/>
            <pc:sldMk cId="3988347247" sldId="274"/>
            <ac:picMk id="27" creationId="{F530D7EF-4449-E9B7-BE85-1FE2166C807B}"/>
          </ac:picMkLst>
        </pc:picChg>
        <pc:picChg chg="add mod">
          <ac:chgData name="Sudhire Rahul Karunakaran" userId="S::sk932@duke.edu::a3f74f02-74ea-40b8-ad26-a63ae8742324" providerId="AD" clId="Web-{43F81F18-3F9F-E29D-CC11-3E9DBA818624}" dt="2024-10-28T17:40:01.863" v="661" actId="1076"/>
          <ac:picMkLst>
            <pc:docMk/>
            <pc:sldMk cId="3988347247" sldId="274"/>
            <ac:picMk id="33" creationId="{D4920760-253F-2D72-6F82-7307621F6524}"/>
          </ac:picMkLst>
        </pc:picChg>
        <pc:picChg chg="add mod">
          <ac:chgData name="Sudhire Rahul Karunakaran" userId="S::sk932@duke.edu::a3f74f02-74ea-40b8-ad26-a63ae8742324" providerId="AD" clId="Web-{43F81F18-3F9F-E29D-CC11-3E9DBA818624}" dt="2024-10-28T17:40:28.630" v="663" actId="1076"/>
          <ac:picMkLst>
            <pc:docMk/>
            <pc:sldMk cId="3988347247" sldId="274"/>
            <ac:picMk id="34" creationId="{17F13B5E-7064-B3A4-E2F3-1BF49E397606}"/>
          </ac:picMkLst>
        </pc:picChg>
        <pc:picChg chg="add mod">
          <ac:chgData name="Sudhire Rahul Karunakaran" userId="S::sk932@duke.edu::a3f74f02-74ea-40b8-ad26-a63ae8742324" providerId="AD" clId="Web-{43F81F18-3F9F-E29D-CC11-3E9DBA818624}" dt="2024-10-28T17:45:19.796" v="674" actId="1076"/>
          <ac:picMkLst>
            <pc:docMk/>
            <pc:sldMk cId="3988347247" sldId="274"/>
            <ac:picMk id="36" creationId="{5B06F8D1-C3A9-88FA-C8E6-D93222B6E72B}"/>
          </ac:picMkLst>
        </pc:picChg>
        <pc:picChg chg="add mod">
          <ac:chgData name="Sudhire Rahul Karunakaran" userId="S::sk932@duke.edu::a3f74f02-74ea-40b8-ad26-a63ae8742324" providerId="AD" clId="Web-{43F81F18-3F9F-E29D-CC11-3E9DBA818624}" dt="2024-10-28T17:46:44.096" v="678" actId="14100"/>
          <ac:picMkLst>
            <pc:docMk/>
            <pc:sldMk cId="3988347247" sldId="274"/>
            <ac:picMk id="37" creationId="{6CAA5B3F-FD3B-EA67-1F0D-6A367A458CD6}"/>
          </ac:picMkLst>
        </pc:picChg>
        <pc:picChg chg="add mod">
          <ac:chgData name="Sudhire Rahul Karunakaran" userId="S::sk932@duke.edu::a3f74f02-74ea-40b8-ad26-a63ae8742324" providerId="AD" clId="Web-{43F81F18-3F9F-E29D-CC11-3E9DBA818624}" dt="2024-10-28T17:47:13.269" v="680" actId="1076"/>
          <ac:picMkLst>
            <pc:docMk/>
            <pc:sldMk cId="3988347247" sldId="274"/>
            <ac:picMk id="38" creationId="{6F5A0D11-6210-4291-F8DA-3C68296E40F0}"/>
          </ac:picMkLst>
        </pc:picChg>
        <pc:picChg chg="add del mod">
          <ac:chgData name="Sudhire Rahul Karunakaran" userId="S::sk932@duke.edu::a3f74f02-74ea-40b8-ad26-a63ae8742324" providerId="AD" clId="Web-{43F81F18-3F9F-E29D-CC11-3E9DBA818624}" dt="2024-10-28T17:48:31.147" v="690"/>
          <ac:picMkLst>
            <pc:docMk/>
            <pc:sldMk cId="3988347247" sldId="274"/>
            <ac:picMk id="39" creationId="{D5477EE7-9977-6482-353B-520E96298B0B}"/>
          </ac:picMkLst>
        </pc:picChg>
        <pc:picChg chg="add mod">
          <ac:chgData name="Sudhire Rahul Karunakaran" userId="S::sk932@duke.edu::a3f74f02-74ea-40b8-ad26-a63ae8742324" providerId="AD" clId="Web-{43F81F18-3F9F-E29D-CC11-3E9DBA818624}" dt="2024-10-28T17:49:01.444" v="694" actId="1076"/>
          <ac:picMkLst>
            <pc:docMk/>
            <pc:sldMk cId="3988347247" sldId="274"/>
            <ac:picMk id="40" creationId="{1EC6B813-15BC-9D73-FD01-9833038CC80F}"/>
          </ac:picMkLst>
        </pc:picChg>
        <pc:picChg chg="add mod">
          <ac:chgData name="Sudhire Rahul Karunakaran" userId="S::sk932@duke.edu::a3f74f02-74ea-40b8-ad26-a63ae8742324" providerId="AD" clId="Web-{43F81F18-3F9F-E29D-CC11-3E9DBA818624}" dt="2024-10-28T17:49:52.977" v="697" actId="1076"/>
          <ac:picMkLst>
            <pc:docMk/>
            <pc:sldMk cId="3988347247" sldId="274"/>
            <ac:picMk id="41" creationId="{B7F48513-5143-CECB-FEA1-A54F4CE3F9ED}"/>
          </ac:picMkLst>
        </pc:picChg>
        <pc:picChg chg="add mod">
          <ac:chgData name="Sudhire Rahul Karunakaran" userId="S::sk932@duke.edu::a3f74f02-74ea-40b8-ad26-a63ae8742324" providerId="AD" clId="Web-{43F81F18-3F9F-E29D-CC11-3E9DBA818624}" dt="2024-10-28T17:50:53.636" v="703" actId="1076"/>
          <ac:picMkLst>
            <pc:docMk/>
            <pc:sldMk cId="3988347247" sldId="274"/>
            <ac:picMk id="42" creationId="{6267B6CA-FD5B-CEE4-4294-3575F9EB5AB0}"/>
          </ac:picMkLst>
        </pc:picChg>
        <pc:picChg chg="add del mod">
          <ac:chgData name="Sudhire Rahul Karunakaran" userId="S::sk932@duke.edu::a3f74f02-74ea-40b8-ad26-a63ae8742324" providerId="AD" clId="Web-{43F81F18-3F9F-E29D-CC11-3E9DBA818624}" dt="2024-10-28T17:52:02.529" v="709"/>
          <ac:picMkLst>
            <pc:docMk/>
            <pc:sldMk cId="3988347247" sldId="274"/>
            <ac:picMk id="43" creationId="{FB29EB29-FE1E-8C6C-8094-064522FE91B1}"/>
          </ac:picMkLst>
        </pc:picChg>
        <pc:picChg chg="add mod">
          <ac:chgData name="Sudhire Rahul Karunakaran" userId="S::sk932@duke.edu::a3f74f02-74ea-40b8-ad26-a63ae8742324" providerId="AD" clId="Web-{43F81F18-3F9F-E29D-CC11-3E9DBA818624}" dt="2024-10-28T17:52:50.702" v="714" actId="1076"/>
          <ac:picMkLst>
            <pc:docMk/>
            <pc:sldMk cId="3988347247" sldId="274"/>
            <ac:picMk id="44" creationId="{A2B63F01-C551-560F-AB0B-472A20389007}"/>
          </ac:picMkLst>
        </pc:picChg>
        <pc:picChg chg="add mod">
          <ac:chgData name="Sudhire Rahul Karunakaran" userId="S::sk932@duke.edu::a3f74f02-74ea-40b8-ad26-a63ae8742324" providerId="AD" clId="Web-{43F81F18-3F9F-E29D-CC11-3E9DBA818624}" dt="2024-10-28T17:53:46.376" v="717" actId="1076"/>
          <ac:picMkLst>
            <pc:docMk/>
            <pc:sldMk cId="3988347247" sldId="274"/>
            <ac:picMk id="45" creationId="{4A9285B0-B194-AECF-2200-B0A301669884}"/>
          </ac:picMkLst>
        </pc:picChg>
      </pc:sldChg>
    </pc:docChg>
  </pc:docChgLst>
  <pc:docChgLst>
    <pc:chgData name="Sudhire Rahul Karunakaran" userId="S::sk932@duke.edu::a3f74f02-74ea-40b8-ad26-a63ae8742324" providerId="AD" clId="Web-{F9BF4EEE-776D-18EC-E7EA-4DB18DACA31B}"/>
    <pc:docChg chg="modSld">
      <pc:chgData name="Sudhire Rahul Karunakaran" userId="S::sk932@duke.edu::a3f74f02-74ea-40b8-ad26-a63ae8742324" providerId="AD" clId="Web-{F9BF4EEE-776D-18EC-E7EA-4DB18DACA31B}" dt="2024-10-30T00:03:10.734" v="502" actId="20577"/>
      <pc:docMkLst>
        <pc:docMk/>
      </pc:docMkLst>
      <pc:sldChg chg="modSp">
        <pc:chgData name="Sudhire Rahul Karunakaran" userId="S::sk932@duke.edu::a3f74f02-74ea-40b8-ad26-a63ae8742324" providerId="AD" clId="Web-{F9BF4EEE-776D-18EC-E7EA-4DB18DACA31B}" dt="2024-10-29T23:08:09.595" v="1" actId="20577"/>
        <pc:sldMkLst>
          <pc:docMk/>
          <pc:sldMk cId="3988347247" sldId="274"/>
        </pc:sldMkLst>
        <pc:spChg chg="mod">
          <ac:chgData name="Sudhire Rahul Karunakaran" userId="S::sk932@duke.edu::a3f74f02-74ea-40b8-ad26-a63ae8742324" providerId="AD" clId="Web-{F9BF4EEE-776D-18EC-E7EA-4DB18DACA31B}" dt="2024-10-29T23:08:09.595" v="1" actId="20577"/>
          <ac:spMkLst>
            <pc:docMk/>
            <pc:sldMk cId="3988347247" sldId="274"/>
            <ac:spMk id="2" creationId="{808BD978-0524-487C-A5E3-F56278978EBF}"/>
          </ac:spMkLst>
        </pc:spChg>
      </pc:sldChg>
      <pc:sldChg chg="modSp">
        <pc:chgData name="Sudhire Rahul Karunakaran" userId="S::sk932@duke.edu::a3f74f02-74ea-40b8-ad26-a63ae8742324" providerId="AD" clId="Web-{F9BF4EEE-776D-18EC-E7EA-4DB18DACA31B}" dt="2024-10-30T00:03:10.734" v="502" actId="20577"/>
        <pc:sldMkLst>
          <pc:docMk/>
          <pc:sldMk cId="3144237048" sldId="277"/>
        </pc:sldMkLst>
        <pc:spChg chg="mod">
          <ac:chgData name="Sudhire Rahul Karunakaran" userId="S::sk932@duke.edu::a3f74f02-74ea-40b8-ad26-a63ae8742324" providerId="AD" clId="Web-{F9BF4EEE-776D-18EC-E7EA-4DB18DACA31B}" dt="2024-10-30T00:03:10.734" v="502" actId="20577"/>
          <ac:spMkLst>
            <pc:docMk/>
            <pc:sldMk cId="3144237048" sldId="277"/>
            <ac:spMk id="41" creationId="{1F2D8989-5269-E012-04FB-941B4729F89D}"/>
          </ac:spMkLst>
        </pc:spChg>
        <pc:spChg chg="mod">
          <ac:chgData name="Sudhire Rahul Karunakaran" userId="S::sk932@duke.edu::a3f74f02-74ea-40b8-ad26-a63ae8742324" providerId="AD" clId="Web-{F9BF4EEE-776D-18EC-E7EA-4DB18DACA31B}" dt="2024-10-30T00:01:48.279" v="472" actId="20577"/>
          <ac:spMkLst>
            <pc:docMk/>
            <pc:sldMk cId="3144237048" sldId="277"/>
            <ac:spMk id="57" creationId="{1B2A65DF-A33D-1ED3-BD69-E3F8F86709AE}"/>
          </ac:spMkLst>
        </pc:spChg>
        <pc:spChg chg="mod">
          <ac:chgData name="Sudhire Rahul Karunakaran" userId="S::sk932@duke.edu::a3f74f02-74ea-40b8-ad26-a63ae8742324" providerId="AD" clId="Web-{F9BF4EEE-776D-18EC-E7EA-4DB18DACA31B}" dt="2024-10-30T00:02:23.311" v="501" actId="14100"/>
          <ac:spMkLst>
            <pc:docMk/>
            <pc:sldMk cId="3144237048" sldId="277"/>
            <ac:spMk id="75" creationId="{15BD5E34-C772-9802-DFE7-DFDD42DA8099}"/>
          </ac:spMkLst>
        </pc:spChg>
        <pc:spChg chg="mod">
          <ac:chgData name="Sudhire Rahul Karunakaran" userId="S::sk932@duke.edu::a3f74f02-74ea-40b8-ad26-a63ae8742324" providerId="AD" clId="Web-{F9BF4EEE-776D-18EC-E7EA-4DB18DACA31B}" dt="2024-10-29T23:37:09.236" v="249" actId="14100"/>
          <ac:spMkLst>
            <pc:docMk/>
            <pc:sldMk cId="3144237048" sldId="277"/>
            <ac:spMk id="93" creationId="{1B88E9A2-8BC0-F19B-5DFE-6390F3026435}"/>
          </ac:spMkLst>
        </pc:spChg>
      </pc:sldChg>
    </pc:docChg>
  </pc:docChgLst>
  <pc:docChgLst>
    <pc:chgData name="Nupur Mohapatra" userId="S::nm358@duke.edu::b9771a76-a249-4689-8b51-c86ee4750c41" providerId="AD" clId="Web-{4907BB17-7CB6-02BB-ACF8-8B815554A3D1}"/>
    <pc:docChg chg="addSld modSld">
      <pc:chgData name="Nupur Mohapatra" userId="S::nm358@duke.edu::b9771a76-a249-4689-8b51-c86ee4750c41" providerId="AD" clId="Web-{4907BB17-7CB6-02BB-ACF8-8B815554A3D1}" dt="2024-10-26T17:28:11.780" v="21"/>
      <pc:docMkLst>
        <pc:docMk/>
      </pc:docMkLst>
      <pc:sldChg chg="addSp delSp modSp">
        <pc:chgData name="Nupur Mohapatra" userId="S::nm358@duke.edu::b9771a76-a249-4689-8b51-c86ee4750c41" providerId="AD" clId="Web-{4907BB17-7CB6-02BB-ACF8-8B815554A3D1}" dt="2024-10-26T17:27:11.373" v="19"/>
        <pc:sldMkLst>
          <pc:docMk/>
          <pc:sldMk cId="109857222" sldId="256"/>
        </pc:sldMkLst>
      </pc:sldChg>
      <pc:sldChg chg="addSp delSp modSp new">
        <pc:chgData name="Nupur Mohapatra" userId="S::nm358@duke.edu::b9771a76-a249-4689-8b51-c86ee4750c41" providerId="AD" clId="Web-{4907BB17-7CB6-02BB-ACF8-8B815554A3D1}" dt="2024-10-26T17:28:11.780" v="21"/>
        <pc:sldMkLst>
          <pc:docMk/>
          <pc:sldMk cId="2880335198" sldId="257"/>
        </pc:sldMkLst>
      </pc:sldChg>
    </pc:docChg>
  </pc:docChgLst>
  <pc:docChgLst>
    <pc:chgData name="Nupur Mohapatra" userId="S::nm358@duke.edu::b9771a76-a249-4689-8b51-c86ee4750c41" providerId="AD" clId="Web-{AE26D89E-6905-481B-9B1C-532D038BA8C9}"/>
    <pc:docChg chg="modSld">
      <pc:chgData name="Nupur Mohapatra" userId="S::nm358@duke.edu::b9771a76-a249-4689-8b51-c86ee4750c41" providerId="AD" clId="Web-{AE26D89E-6905-481B-9B1C-532D038BA8C9}" dt="2024-10-27T18:26:51.909" v="11" actId="20577"/>
      <pc:docMkLst>
        <pc:docMk/>
      </pc:docMkLst>
      <pc:sldChg chg="modSp">
        <pc:chgData name="Nupur Mohapatra" userId="S::nm358@duke.edu::b9771a76-a249-4689-8b51-c86ee4750c41" providerId="AD" clId="Web-{AE26D89E-6905-481B-9B1C-532D038BA8C9}" dt="2024-10-27T18:26:51.909" v="11" actId="20577"/>
        <pc:sldMkLst>
          <pc:docMk/>
          <pc:sldMk cId="0" sldId="268"/>
        </pc:sldMkLst>
      </pc:sldChg>
      <pc:sldChg chg="addSp modSp">
        <pc:chgData name="Nupur Mohapatra" userId="S::nm358@duke.edu::b9771a76-a249-4689-8b51-c86ee4750c41" providerId="AD" clId="Web-{AE26D89E-6905-481B-9B1C-532D038BA8C9}" dt="2024-10-27T18:26:17.267" v="3" actId="20577"/>
        <pc:sldMkLst>
          <pc:docMk/>
          <pc:sldMk cId="1241535169" sldId="269"/>
        </pc:sldMkLst>
      </pc:sldChg>
    </pc:docChg>
  </pc:docChgLst>
  <pc:docChgLst>
    <pc:chgData name="Sudhire Rahul Karunakaran" userId="S::sk932@duke.edu::a3f74f02-74ea-40b8-ad26-a63ae8742324" providerId="AD" clId="Web-{84533465-EF4B-44A2-9A9F-078ADA8D1DEF}"/>
    <pc:docChg chg="modSld">
      <pc:chgData name="Sudhire Rahul Karunakaran" userId="S::sk932@duke.edu::a3f74f02-74ea-40b8-ad26-a63ae8742324" providerId="AD" clId="Web-{84533465-EF4B-44A2-9A9F-078ADA8D1DEF}" dt="2024-10-29T17:00:25.035" v="100" actId="20577"/>
      <pc:docMkLst>
        <pc:docMk/>
      </pc:docMkLst>
      <pc:sldChg chg="addSp modSp">
        <pc:chgData name="Sudhire Rahul Karunakaran" userId="S::sk932@duke.edu::a3f74f02-74ea-40b8-ad26-a63ae8742324" providerId="AD" clId="Web-{84533465-EF4B-44A2-9A9F-078ADA8D1DEF}" dt="2024-10-29T17:00:25.035" v="100" actId="20577"/>
        <pc:sldMkLst>
          <pc:docMk/>
          <pc:sldMk cId="3075223748" sldId="271"/>
        </pc:sldMkLst>
        <pc:spChg chg="add mod">
          <ac:chgData name="Sudhire Rahul Karunakaran" userId="S::sk932@duke.edu::a3f74f02-74ea-40b8-ad26-a63ae8742324" providerId="AD" clId="Web-{84533465-EF4B-44A2-9A9F-078ADA8D1DEF}" dt="2024-10-29T16:59:35.782" v="96" actId="1076"/>
          <ac:spMkLst>
            <pc:docMk/>
            <pc:sldMk cId="3075223748" sldId="271"/>
            <ac:spMk id="3" creationId="{90DC2CF0-327F-0D49-DC51-4208E8C59FCF}"/>
          </ac:spMkLst>
        </pc:spChg>
        <pc:spChg chg="add mod">
          <ac:chgData name="Sudhire Rahul Karunakaran" userId="S::sk932@duke.edu::a3f74f02-74ea-40b8-ad26-a63ae8742324" providerId="AD" clId="Web-{84533465-EF4B-44A2-9A9F-078ADA8D1DEF}" dt="2024-10-29T17:00:25.035" v="100" actId="20577"/>
          <ac:spMkLst>
            <pc:docMk/>
            <pc:sldMk cId="3075223748" sldId="271"/>
            <ac:spMk id="16" creationId="{116F4C93-485A-AB86-0699-4C45ACA2ABF0}"/>
          </ac:spMkLst>
        </pc:spChg>
      </pc:sldChg>
      <pc:sldChg chg="addSp modSp">
        <pc:chgData name="Sudhire Rahul Karunakaran" userId="S::sk932@duke.edu::a3f74f02-74ea-40b8-ad26-a63ae8742324" providerId="AD" clId="Web-{84533465-EF4B-44A2-9A9F-078ADA8D1DEF}" dt="2024-10-28T23:07:41.657" v="88" actId="20577"/>
        <pc:sldMkLst>
          <pc:docMk/>
          <pc:sldMk cId="3988347247" sldId="274"/>
        </pc:sldMkLst>
        <pc:spChg chg="add mod">
          <ac:chgData name="Sudhire Rahul Karunakaran" userId="S::sk932@duke.edu::a3f74f02-74ea-40b8-ad26-a63ae8742324" providerId="AD" clId="Web-{84533465-EF4B-44A2-9A9F-078ADA8D1DEF}" dt="2024-10-28T23:05:16.104" v="53" actId="20577"/>
          <ac:spMkLst>
            <pc:docMk/>
            <pc:sldMk cId="3988347247" sldId="274"/>
            <ac:spMk id="39" creationId="{23966161-C370-3858-A4C1-44C56B20937E}"/>
          </ac:spMkLst>
        </pc:spChg>
        <pc:spChg chg="add mod">
          <ac:chgData name="Sudhire Rahul Karunakaran" userId="S::sk932@duke.edu::a3f74f02-74ea-40b8-ad26-a63ae8742324" providerId="AD" clId="Web-{84533465-EF4B-44A2-9A9F-078ADA8D1DEF}" dt="2024-10-28T23:07:41.657" v="88" actId="20577"/>
          <ac:spMkLst>
            <pc:docMk/>
            <pc:sldMk cId="3988347247" sldId="274"/>
            <ac:spMk id="43" creationId="{1C76109B-A50D-A46C-C582-DDAEA19A6FEA}"/>
          </ac:spMkLst>
        </pc:spChg>
        <pc:graphicFrameChg chg="mod">
          <ac:chgData name="Sudhire Rahul Karunakaran" userId="S::sk932@duke.edu::a3f74f02-74ea-40b8-ad26-a63ae8742324" providerId="AD" clId="Web-{84533465-EF4B-44A2-9A9F-078ADA8D1DEF}" dt="2024-10-28T23:02:08.911" v="43" actId="1076"/>
          <ac:graphicFrameMkLst>
            <pc:docMk/>
            <pc:sldMk cId="3988347247" sldId="274"/>
            <ac:graphicFrameMk id="9" creationId="{C27AA09C-6995-F562-B698-3B64A4CFE8F9}"/>
          </ac:graphicFrameMkLst>
        </pc:graphicFrameChg>
      </pc:sldChg>
      <pc:sldChg chg="addSp delSp modSp">
        <pc:chgData name="Sudhire Rahul Karunakaran" userId="S::sk932@duke.edu::a3f74f02-74ea-40b8-ad26-a63ae8742324" providerId="AD" clId="Web-{84533465-EF4B-44A2-9A9F-078ADA8D1DEF}" dt="2024-10-29T16:58:54.185" v="94" actId="20577"/>
        <pc:sldMkLst>
          <pc:docMk/>
          <pc:sldMk cId="962058049" sldId="275"/>
        </pc:sldMkLst>
        <pc:spChg chg="del mod">
          <ac:chgData name="Sudhire Rahul Karunakaran" userId="S::sk932@duke.edu::a3f74f02-74ea-40b8-ad26-a63ae8742324" providerId="AD" clId="Web-{84533465-EF4B-44A2-9A9F-078ADA8D1DEF}" dt="2024-10-29T16:57:00.897" v="90"/>
          <ac:spMkLst>
            <pc:docMk/>
            <pc:sldMk cId="962058049" sldId="275"/>
            <ac:spMk id="2" creationId="{808BD978-0524-487C-A5E3-F56278978EBF}"/>
          </ac:spMkLst>
        </pc:spChg>
        <pc:spChg chg="add mod">
          <ac:chgData name="Sudhire Rahul Karunakaran" userId="S::sk932@duke.edu::a3f74f02-74ea-40b8-ad26-a63ae8742324" providerId="AD" clId="Web-{84533465-EF4B-44A2-9A9F-078ADA8D1DEF}" dt="2024-10-29T16:58:54.185" v="94" actId="20577"/>
          <ac:spMkLst>
            <pc:docMk/>
            <pc:sldMk cId="962058049" sldId="275"/>
            <ac:spMk id="5" creationId="{A6BF6E0A-F516-9DEE-27D1-EE9148006B3F}"/>
          </ac:spMkLst>
        </pc:spChg>
      </pc:sldChg>
    </pc:docChg>
  </pc:docChgLst>
  <pc:docChgLst>
    <pc:chgData name="Sneh Pandey" userId="S::sp743@duke.edu::14082e1a-38cb-4dac-8abf-df68ee1cda3a" providerId="AD" clId="Web-{28C95DD9-019B-045B-5816-B9B1819388AE}"/>
    <pc:docChg chg="modSld">
      <pc:chgData name="Sneh Pandey" userId="S::sp743@duke.edu::14082e1a-38cb-4dac-8abf-df68ee1cda3a" providerId="AD" clId="Web-{28C95DD9-019B-045B-5816-B9B1819388AE}" dt="2024-10-27T20:58:47.362" v="1731" actId="20577"/>
      <pc:docMkLst>
        <pc:docMk/>
      </pc:docMkLst>
      <pc:sldChg chg="modSp">
        <pc:chgData name="Sneh Pandey" userId="S::sp743@duke.edu::14082e1a-38cb-4dac-8abf-df68ee1cda3a" providerId="AD" clId="Web-{28C95DD9-019B-045B-5816-B9B1819388AE}" dt="2024-10-27T20:15:35.555" v="449" actId="20577"/>
        <pc:sldMkLst>
          <pc:docMk/>
          <pc:sldMk cId="3075223748" sldId="271"/>
        </pc:sldMkLst>
        <pc:spChg chg="mod">
          <ac:chgData name="Sneh Pandey" userId="S::sp743@duke.edu::14082e1a-38cb-4dac-8abf-df68ee1cda3a" providerId="AD" clId="Web-{28C95DD9-019B-045B-5816-B9B1819388AE}" dt="2024-10-27T20:00:17.484" v="177" actId="1076"/>
          <ac:spMkLst>
            <pc:docMk/>
            <pc:sldMk cId="3075223748" sldId="271"/>
            <ac:spMk id="4" creationId="{DBCE71A5-844D-158F-E0B8-0EACE48AE486}"/>
          </ac:spMkLst>
        </pc:spChg>
        <pc:spChg chg="mod">
          <ac:chgData name="Sneh Pandey" userId="S::sp743@duke.edu::14082e1a-38cb-4dac-8abf-df68ee1cda3a" providerId="AD" clId="Web-{28C95DD9-019B-045B-5816-B9B1819388AE}" dt="2024-10-27T19:56:48.217" v="115" actId="20577"/>
          <ac:spMkLst>
            <pc:docMk/>
            <pc:sldMk cId="3075223748" sldId="271"/>
            <ac:spMk id="8" creationId="{730F8E8E-33B8-4BC8-0DC6-8E9505AAEF01}"/>
          </ac:spMkLst>
        </pc:spChg>
        <pc:spChg chg="mod">
          <ac:chgData name="Sneh Pandey" userId="S::sp743@duke.edu::14082e1a-38cb-4dac-8abf-df68ee1cda3a" providerId="AD" clId="Web-{28C95DD9-019B-045B-5816-B9B1819388AE}" dt="2024-10-27T19:56:33.217" v="92" actId="20577"/>
          <ac:spMkLst>
            <pc:docMk/>
            <pc:sldMk cId="3075223748" sldId="271"/>
            <ac:spMk id="10" creationId="{300F0D2C-B67F-C481-7070-47CD1C50B595}"/>
          </ac:spMkLst>
        </pc:spChg>
        <pc:spChg chg="mod">
          <ac:chgData name="Sneh Pandey" userId="S::sp743@duke.edu::14082e1a-38cb-4dac-8abf-df68ee1cda3a" providerId="AD" clId="Web-{28C95DD9-019B-045B-5816-B9B1819388AE}" dt="2024-10-27T19:54:22.357" v="75" actId="20577"/>
          <ac:spMkLst>
            <pc:docMk/>
            <pc:sldMk cId="3075223748" sldId="271"/>
            <ac:spMk id="11" creationId="{6AE829F8-0616-F9B5-DF1C-A9C93D28CE97}"/>
          </ac:spMkLst>
        </pc:spChg>
        <pc:spChg chg="mod">
          <ac:chgData name="Sneh Pandey" userId="S::sp743@duke.edu::14082e1a-38cb-4dac-8abf-df68ee1cda3a" providerId="AD" clId="Web-{28C95DD9-019B-045B-5816-B9B1819388AE}" dt="2024-10-27T20:15:35.555" v="449" actId="20577"/>
          <ac:spMkLst>
            <pc:docMk/>
            <pc:sldMk cId="3075223748" sldId="271"/>
            <ac:spMk id="12" creationId="{4506F8EF-B757-7244-1015-548162D3A6A7}"/>
          </ac:spMkLst>
        </pc:spChg>
        <pc:spChg chg="mod">
          <ac:chgData name="Sneh Pandey" userId="S::sp743@duke.edu::14082e1a-38cb-4dac-8abf-df68ee1cda3a" providerId="AD" clId="Web-{28C95DD9-019B-045B-5816-B9B1819388AE}" dt="2024-10-27T20:12:49.696" v="416" actId="20577"/>
          <ac:spMkLst>
            <pc:docMk/>
            <pc:sldMk cId="3075223748" sldId="271"/>
            <ac:spMk id="13" creationId="{D4F7B915-4EB2-89F7-7CD7-48329B1C7179}"/>
          </ac:spMkLst>
        </pc:spChg>
        <pc:spChg chg="mod">
          <ac:chgData name="Sneh Pandey" userId="S::sp743@duke.edu::14082e1a-38cb-4dac-8abf-df68ee1cda3a" providerId="AD" clId="Web-{28C95DD9-019B-045B-5816-B9B1819388AE}" dt="2024-10-27T19:49:22.966" v="10" actId="20577"/>
          <ac:spMkLst>
            <pc:docMk/>
            <pc:sldMk cId="3075223748" sldId="271"/>
            <ac:spMk id="14" creationId="{4E70A7B4-2472-0680-775F-17E2283DD86F}"/>
          </ac:spMkLst>
        </pc:spChg>
        <pc:spChg chg="mod">
          <ac:chgData name="Sneh Pandey" userId="S::sp743@duke.edu::14082e1a-38cb-4dac-8abf-df68ee1cda3a" providerId="AD" clId="Web-{28C95DD9-019B-045B-5816-B9B1819388AE}" dt="2024-10-27T20:00:25.015" v="178" actId="1076"/>
          <ac:spMkLst>
            <pc:docMk/>
            <pc:sldMk cId="3075223748" sldId="271"/>
            <ac:spMk id="99" creationId="{6FDA8A99-3C6F-0C48-B483-6FFEB2FD2D2B}"/>
          </ac:spMkLst>
        </pc:spChg>
        <pc:spChg chg="mod">
          <ac:chgData name="Sneh Pandey" userId="S::sp743@duke.edu::14082e1a-38cb-4dac-8abf-df68ee1cda3a" providerId="AD" clId="Web-{28C95DD9-019B-045B-5816-B9B1819388AE}" dt="2024-10-27T19:49:41.903" v="21" actId="20577"/>
          <ac:spMkLst>
            <pc:docMk/>
            <pc:sldMk cId="3075223748" sldId="271"/>
            <ac:spMk id="101" creationId="{16815542-7876-ECB4-893A-22B12A05D01A}"/>
          </ac:spMkLst>
        </pc:spChg>
        <pc:spChg chg="mod">
          <ac:chgData name="Sneh Pandey" userId="S::sp743@duke.edu::14082e1a-38cb-4dac-8abf-df68ee1cda3a" providerId="AD" clId="Web-{28C95DD9-019B-045B-5816-B9B1819388AE}" dt="2024-10-27T20:11:01.446" v="400" actId="20577"/>
          <ac:spMkLst>
            <pc:docMk/>
            <pc:sldMk cId="3075223748" sldId="271"/>
            <ac:spMk id="102" creationId="{3F0E67C1-C402-4ABC-F8EB-FA35950A4AB1}"/>
          </ac:spMkLst>
        </pc:spChg>
        <pc:spChg chg="mod">
          <ac:chgData name="Sneh Pandey" userId="S::sp743@duke.edu::14082e1a-38cb-4dac-8abf-df68ee1cda3a" providerId="AD" clId="Web-{28C95DD9-019B-045B-5816-B9B1819388AE}" dt="2024-10-27T20:08:13.258" v="295" actId="20577"/>
          <ac:spMkLst>
            <pc:docMk/>
            <pc:sldMk cId="3075223748" sldId="271"/>
            <ac:spMk id="103" creationId="{F0762D60-6769-CA30-430C-3A5AE8CFEFCC}"/>
          </ac:spMkLst>
        </pc:spChg>
      </pc:sldChg>
      <pc:sldChg chg="addSp delSp modSp">
        <pc:chgData name="Sneh Pandey" userId="S::sp743@duke.edu::14082e1a-38cb-4dac-8abf-df68ee1cda3a" providerId="AD" clId="Web-{28C95DD9-019B-045B-5816-B9B1819388AE}" dt="2024-10-27T20:58:47.362" v="1731" actId="20577"/>
        <pc:sldMkLst>
          <pc:docMk/>
          <pc:sldMk cId="1170844936" sldId="272"/>
        </pc:sldMkLst>
      </pc:sldChg>
    </pc:docChg>
  </pc:docChgLst>
  <pc:docChgLst>
    <pc:chgData name="Harsh Jain" userId="S::hj178@duke.edu::e34c7272-1501-4a05-8ac0-d92d3b760f48" providerId="AD" clId="Web-{196FA564-D806-8853-FB1A-D32374C925DD}"/>
    <pc:docChg chg="addSld modSld">
      <pc:chgData name="Harsh Jain" userId="S::hj178@duke.edu::e34c7272-1501-4a05-8ac0-d92d3b760f48" providerId="AD" clId="Web-{196FA564-D806-8853-FB1A-D32374C925DD}" dt="2024-10-27T23:30:15.572" v="415" actId="1076"/>
      <pc:docMkLst>
        <pc:docMk/>
      </pc:docMkLst>
      <pc:sldChg chg="addSp delSp">
        <pc:chgData name="Harsh Jain" userId="S::hj178@duke.edu::e34c7272-1501-4a05-8ac0-d92d3b760f48" providerId="AD" clId="Web-{196FA564-D806-8853-FB1A-D32374C925DD}" dt="2024-10-27T22:53:10.495" v="35"/>
        <pc:sldMkLst>
          <pc:docMk/>
          <pc:sldMk cId="3011182676" sldId="270"/>
        </pc:sldMkLst>
      </pc:sldChg>
      <pc:sldChg chg="addSp delSp modSp add replId">
        <pc:chgData name="Harsh Jain" userId="S::hj178@duke.edu::e34c7272-1501-4a05-8ac0-d92d3b760f48" providerId="AD" clId="Web-{196FA564-D806-8853-FB1A-D32374C925DD}" dt="2024-10-27T23:30:15.572" v="415" actId="1076"/>
        <pc:sldMkLst>
          <pc:docMk/>
          <pc:sldMk cId="3988347247" sldId="274"/>
        </pc:sldMkLst>
      </pc:sldChg>
    </pc:docChg>
  </pc:docChgLst>
</pc:chgInfo>
</file>

<file path=ppt/comments/modernComment_10F_B74C30C4.xml><?xml version="1.0" encoding="utf-8"?>
<p188:cmLst xmlns:a="http://schemas.openxmlformats.org/drawingml/2006/main" xmlns:r="http://schemas.openxmlformats.org/officeDocument/2006/relationships" xmlns:p188="http://schemas.microsoft.com/office/powerpoint/2018/8/main">
  <p188:cm id="{4D69FD6D-65D2-40A7-A2FB-A0B9B945E5B8}" authorId="{9F7D7F10-7A00-1B42-FA01-855F77037521}" status="resolved" created="2024-10-28T22:53:17.296" complete="100000">
    <pc:sldMkLst xmlns:pc="http://schemas.microsoft.com/office/powerpoint/2013/main/command">
      <pc:docMk/>
      <pc:sldMk cId="3075223748" sldId="271"/>
    </pc:sldMkLst>
    <p188:txBody>
      <a:bodyPr/>
      <a:lstStyle/>
      <a:p>
        <a:r>
          <a:rPr lang="en-US"/>
          <a:t>This should match the axes lables on slide 5 or vice versa
[@Sneh Pandey] [@Vaishnavi Cherukuri] </a:t>
        </a:r>
      </a:p>
    </p188:txBody>
  </p188:cm>
</p188:cmLst>
</file>

<file path=ppt/comments/modernComment_11D_CCF398BF.xml><?xml version="1.0" encoding="utf-8"?>
<p188:cmLst xmlns:a="http://schemas.openxmlformats.org/drawingml/2006/main" xmlns:r="http://schemas.openxmlformats.org/officeDocument/2006/relationships" xmlns:p188="http://schemas.microsoft.com/office/powerpoint/2018/8/main">
  <p188:cm id="{91800728-DF84-48C1-AAB5-E96118C0E1D7}" authorId="{9F7D7F10-7A00-1B42-FA01-855F77037521}" status="resolved" created="2024-10-28T22:53:17.296">
    <pc:sldMkLst xmlns:pc="http://schemas.microsoft.com/office/powerpoint/2013/main/command">
      <pc:docMk/>
      <pc:sldMk cId="3075223748" sldId="271"/>
    </pc:sldMkLst>
    <p188:txBody>
      <a:bodyPr/>
      <a:lstStyle/>
      <a:p>
        <a:r>
          <a:rPr lang="en-US"/>
          <a:t>This should match the axes lables on slide 5 or vice versa
[@Sneh Pandey] [@Vaishnavi Cherukuri] </a:t>
        </a:r>
      </a:p>
    </p188:txBody>
  </p188:cm>
</p188:cmLst>
</file>

<file path=ppt/comments/modernComment_11E_857B80F4.xml><?xml version="1.0" encoding="utf-8"?>
<p188:cmLst xmlns:a="http://schemas.openxmlformats.org/drawingml/2006/main" xmlns:r="http://schemas.openxmlformats.org/officeDocument/2006/relationships" xmlns:p188="http://schemas.microsoft.com/office/powerpoint/2018/8/main">
  <p188:cm id="{BC36296A-E195-454D-AB63-BDD59C7EE54C}" authorId="{9F7D7F10-7A00-1B42-FA01-855F77037521}" status="resolved" created="2024-10-28T23:07:01.100">
    <pc:sldMkLst xmlns:pc="http://schemas.microsoft.com/office/powerpoint/2013/main/command">
      <pc:docMk/>
      <pc:sldMk cId="516874429" sldId="276"/>
    </pc:sldMkLst>
    <p188:replyLst>
      <p188:reply id="{C2814250-B718-45D7-8E41-DE0A7F27ED4B}" authorId="{3586808A-D0C2-24D6-3719-3BCDB16E7DAC}" created="2024-10-29T16:02:26.809">
        <p188:txBody>
          <a:bodyPr/>
          <a:lstStyle/>
          <a:p>
            <a:r>
              <a:rPr lang="en-US"/>
              <a:t>I think they already have that</a:t>
            </a:r>
          </a:p>
        </p188:txBody>
      </p188:reply>
      <p188:reply id="{76D993D9-7585-4E21-BC2D-63BA7F0FD48C}" authorId="{9F7D7F10-7A00-1B42-FA01-855F77037521}" created="2024-10-29T22:40:23.535">
        <p188:txBody>
          <a:bodyPr/>
          <a:lstStyle/>
          <a:p>
            <a:r>
              <a:rPr lang="en-US"/>
              <a:t>Achaaaaaa ok
</a:t>
            </a:r>
          </a:p>
        </p188:txBody>
      </p188:reply>
    </p188:replyLst>
    <p188:txBody>
      <a:bodyPr/>
      <a:lstStyle/>
      <a:p>
        <a:r>
          <a:rPr lang="en-US"/>
          <a:t>Looks good ,we should include that point we discussed yesteraday about partnering with things like googe fit or something to create a tonal community or somehow bring this point into existing reccomendations,bascically it being on iot devices,watches,etc</a:t>
        </a:r>
      </a:p>
    </p188:txBody>
  </p188:cm>
</p188:cmLst>
</file>

<file path=ppt/comments/modernComment_114_1ECEE0BD.xml><?xml version="1.0" encoding="utf-8"?>
<p188:cmLst xmlns:a="http://schemas.openxmlformats.org/drawingml/2006/main" xmlns:r="http://schemas.openxmlformats.org/officeDocument/2006/relationships" xmlns:p188="http://schemas.microsoft.com/office/powerpoint/2018/8/main">
  <p188:cm id="{29FDF3EB-E979-4BFF-8538-33495CCABA59}" authorId="{9F7D7F10-7A00-1B42-FA01-855F77037521}" status="resolved" created="2024-10-28T23:07:01.100" complete="100000">
    <pc:sldMkLst xmlns:pc="http://schemas.microsoft.com/office/powerpoint/2013/main/command">
      <pc:docMk/>
      <pc:sldMk cId="516874429" sldId="276"/>
    </pc:sldMkLst>
    <p188:replyLst>
      <p188:reply id="{C2814250-B718-45D7-8E41-DE0A7F27ED4B}" authorId="{3586808A-D0C2-24D6-3719-3BCDB16E7DAC}" created="2024-10-29T16:02:26.809">
        <p188:txBody>
          <a:bodyPr/>
          <a:lstStyle/>
          <a:p>
            <a:r>
              <a:rPr lang="en-US"/>
              <a:t>I think they already have that</a:t>
            </a:r>
          </a:p>
        </p188:txBody>
      </p188:reply>
      <p188:reply id="{76D993D9-7585-4E21-BC2D-63BA7F0FD48C}" authorId="{9F7D7F10-7A00-1B42-FA01-855F77037521}" created="2024-10-29T22:40:23.535">
        <p188:txBody>
          <a:bodyPr/>
          <a:lstStyle/>
          <a:p>
            <a:r>
              <a:rPr lang="en-US"/>
              <a:t>Achaaaaaa ok
</a:t>
            </a:r>
          </a:p>
        </p188:txBody>
      </p188:reply>
    </p188:replyLst>
    <p188:txBody>
      <a:bodyPr/>
      <a:lstStyle/>
      <a:p>
        <a:r>
          <a:rPr lang="en-US"/>
          <a:t>Looks good ,we should include that point we discussed yesteraday about partnering with things like googe fit or something to create a tonal community or somehow bring this point into existing reccomendations,bascically it being on iot devices,watches,etc</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9T23:46:36.230"/>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7B91A7-F095-4939-9409-DC06AAF2A719}" type="datetimeFigureOut">
              <a:rPr lang="en-US" smtClean="0"/>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DE10C-FB17-4712-88E5-C3F5F2131D6B}" type="slidenum">
              <a:rPr lang="en-US" smtClean="0"/>
              <a:t>‹#›</a:t>
            </a:fld>
            <a:endParaRPr lang="en-US"/>
          </a:p>
        </p:txBody>
      </p:sp>
    </p:spTree>
    <p:extLst>
      <p:ext uri="{BB962C8B-B14F-4D97-AF65-F5344CB8AC3E}">
        <p14:creationId xmlns:p14="http://schemas.microsoft.com/office/powerpoint/2010/main" val="210289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141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328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82125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5737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5715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0140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9377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630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684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716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7946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12/2/2024</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733078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jpe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2" Type="http://schemas.microsoft.com/office/2018/10/relationships/comments" Target="../comments/modernComment_114_1ECEE0BD.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E_857B80F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F_B74C30C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1D_CCF398BF.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s://www.whipsaw.com/work/tonal-strength-training-system" TargetMode="External"/><Relationship Id="rId3" Type="http://schemas.openxmlformats.org/officeDocument/2006/relationships/hyperlink" Target="https://www.exercise.com/grow/fitness-industry-recession/" TargetMode="External"/><Relationship Id="rId7" Type="http://schemas.openxmlformats.org/officeDocument/2006/relationships/hyperlink" Target="https://www.mensjournal.com/health-fitness/tonal-review" TargetMode="External"/><Relationship Id="rId2" Type="http://schemas.openxmlformats.org/officeDocument/2006/relationships/hyperlink" Target="https://fortune.com/well/article/gym-use-increase-pandemic-gen-z/" TargetMode="External"/><Relationship Id="rId1" Type="http://schemas.openxmlformats.org/officeDocument/2006/relationships/slideLayout" Target="../slideLayouts/slideLayout7.xml"/><Relationship Id="rId6" Type="http://schemas.openxmlformats.org/officeDocument/2006/relationships/hyperlink" Target="https://blog.chaddickerson.com/2023/09/14/tonal-home-gym-review/" TargetMode="External"/><Relationship Id="rId11" Type="http://schemas.openxmlformats.org/officeDocument/2006/relationships/hyperlink" Target="https://renewbariatrics.com/gym-membership-statistics/" TargetMode="External"/><Relationship Id="rId5" Type="http://schemas.openxmlformats.org/officeDocument/2006/relationships/hyperlink" Target="https://www.cnet.com/health/fitness/tonal-review/" TargetMode="External"/><Relationship Id="rId10" Type="http://schemas.openxmlformats.org/officeDocument/2006/relationships/hyperlink" Target="https://www.fool.com/the-ascent/personal-finance/articles/this-is-how-much-the-average-american-really-spends-on-gym-memberships/" TargetMode="External"/><Relationship Id="rId4" Type="http://schemas.openxmlformats.org/officeDocument/2006/relationships/hyperlink" Target="https://www.forbes.com/sites/benmidgley/2018/09/26/the-six-reasons-the-fitness-industry-is-booming/" TargetMode="External"/><Relationship Id="rId9" Type="http://schemas.openxmlformats.org/officeDocument/2006/relationships/hyperlink" Target="https://www.smallbizgenius.net/by-the-numbers/fitness-industry-statis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descr="A black background with text&#10;&#10;Description automatically generated">
            <a:extLst>
              <a:ext uri="{FF2B5EF4-FFF2-40B4-BE49-F238E27FC236}">
                <a16:creationId xmlns:a16="http://schemas.microsoft.com/office/drawing/2014/main" id="{BBF0E225-9565-1EF0-86CB-71B0CB5009EF}"/>
              </a:ext>
            </a:extLst>
          </p:cNvPr>
          <p:cNvPicPr>
            <a:picLocks noChangeAspect="1"/>
          </p:cNvPicPr>
          <p:nvPr/>
        </p:nvPicPr>
        <p:blipFill>
          <a:blip r:embed="rId2"/>
          <a:stretch>
            <a:fillRect/>
          </a:stretch>
        </p:blipFill>
        <p:spPr>
          <a:xfrm>
            <a:off x="351693" y="1713203"/>
            <a:ext cx="11488615" cy="2828692"/>
          </a:xfrm>
          <a:prstGeom prst="rect">
            <a:avLst/>
          </a:prstGeom>
        </p:spPr>
      </p:pic>
      <p:sp>
        <p:nvSpPr>
          <p:cNvPr id="10" name="TextBox 9">
            <a:extLst>
              <a:ext uri="{FF2B5EF4-FFF2-40B4-BE49-F238E27FC236}">
                <a16:creationId xmlns:a16="http://schemas.microsoft.com/office/drawing/2014/main" id="{B093DDF7-BF13-FF18-2554-8A23CB99F363}"/>
              </a:ext>
            </a:extLst>
          </p:cNvPr>
          <p:cNvSpPr txBox="1"/>
          <p:nvPr/>
        </p:nvSpPr>
        <p:spPr>
          <a:xfrm>
            <a:off x="420357" y="4757895"/>
            <a:ext cx="33461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Amrit Chugani</a:t>
            </a:r>
            <a:endParaRPr lang="en-US"/>
          </a:p>
          <a:p>
            <a:r>
              <a:rPr lang="en-US">
                <a:cs typeface="Calibri"/>
              </a:rPr>
              <a:t>Harsh Jain</a:t>
            </a:r>
          </a:p>
          <a:p>
            <a:r>
              <a:rPr lang="en-US">
                <a:cs typeface="Calibri"/>
              </a:rPr>
              <a:t>Nupur Mohapatra</a:t>
            </a:r>
          </a:p>
          <a:p>
            <a:r>
              <a:rPr lang="en-US">
                <a:cs typeface="Calibri"/>
              </a:rPr>
              <a:t>Sneh Pandey</a:t>
            </a:r>
          </a:p>
          <a:p>
            <a:r>
              <a:rPr lang="en-US" err="1">
                <a:cs typeface="Calibri"/>
              </a:rPr>
              <a:t>Sudhire</a:t>
            </a:r>
            <a:r>
              <a:rPr lang="en-US">
                <a:cs typeface="Calibri"/>
              </a:rPr>
              <a:t> Rahul Karunakaran</a:t>
            </a:r>
          </a:p>
          <a:p>
            <a:r>
              <a:rPr lang="en-US">
                <a:cs typeface="Calibri"/>
              </a:rPr>
              <a:t>Vaishnavi Cherukuri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AutoShape 3">
            <a:extLst>
              <a:ext uri="{FF2B5EF4-FFF2-40B4-BE49-F238E27FC236}">
                <a16:creationId xmlns:a16="http://schemas.microsoft.com/office/drawing/2014/main" id="{CF970FDC-948F-57E2-19D8-EC0628149AD5}"/>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7AB14E09-DA50-1954-2E02-AD6229B331AF}"/>
              </a:ext>
            </a:extLst>
          </p:cNvPr>
          <p:cNvSpPr txBox="1"/>
          <p:nvPr/>
        </p:nvSpPr>
        <p:spPr>
          <a:xfrm>
            <a:off x="296182" y="219266"/>
            <a:ext cx="117034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Executive Summary</a:t>
            </a:r>
            <a:endParaRPr lang="en-US" dirty="0">
              <a:cs typeface="Calibri"/>
            </a:endParaRPr>
          </a:p>
        </p:txBody>
      </p:sp>
      <p:sp>
        <p:nvSpPr>
          <p:cNvPr id="15" name="TextBox 14">
            <a:extLst>
              <a:ext uri="{FF2B5EF4-FFF2-40B4-BE49-F238E27FC236}">
                <a16:creationId xmlns:a16="http://schemas.microsoft.com/office/drawing/2014/main" id="{3D349012-990F-3480-0F2F-37B4123921A1}"/>
              </a:ext>
            </a:extLst>
          </p:cNvPr>
          <p:cNvSpPr txBox="1"/>
          <p:nvPr/>
        </p:nvSpPr>
        <p:spPr>
          <a:xfrm>
            <a:off x="296181" y="989639"/>
            <a:ext cx="117034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cs typeface="Calibri"/>
            </a:endParaRPr>
          </a:p>
        </p:txBody>
      </p:sp>
      <p:sp>
        <p:nvSpPr>
          <p:cNvPr id="16" name="TextBox 15">
            <a:extLst>
              <a:ext uri="{FF2B5EF4-FFF2-40B4-BE49-F238E27FC236}">
                <a16:creationId xmlns:a16="http://schemas.microsoft.com/office/drawing/2014/main" id="{D090E2F1-8CC6-2CCB-C71B-B99047A5B14E}"/>
              </a:ext>
            </a:extLst>
          </p:cNvPr>
          <p:cNvSpPr txBox="1"/>
          <p:nvPr/>
        </p:nvSpPr>
        <p:spPr>
          <a:xfrm>
            <a:off x="296181" y="1123616"/>
            <a:ext cx="11301501" cy="43168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600" dirty="0">
                <a:cs typeface="Calibri"/>
              </a:rPr>
              <a:t>Amid the increasing </a:t>
            </a:r>
            <a:r>
              <a:rPr lang="en-US" sz="1600" b="1" dirty="0">
                <a:cs typeface="Calibri"/>
              </a:rPr>
              <a:t>consumer preference for gyms </a:t>
            </a:r>
            <a:r>
              <a:rPr lang="en-US" sz="1600" dirty="0">
                <a:cs typeface="Calibri"/>
              </a:rPr>
              <a:t>and the </a:t>
            </a:r>
            <a:r>
              <a:rPr lang="en-US" sz="1600" b="1" dirty="0">
                <a:cs typeface="Calibri"/>
              </a:rPr>
              <a:t>fluctuations in consumer spending patterns</a:t>
            </a:r>
            <a:r>
              <a:rPr lang="en-US" sz="1600" dirty="0">
                <a:cs typeface="Calibri"/>
              </a:rPr>
              <a:t>, the at-home fitness industry faces a precarious future</a:t>
            </a:r>
          </a:p>
          <a:p>
            <a:pPr marL="285750" indent="-285750" algn="just">
              <a:buFont typeface="Arial" panose="020B0604020202020204" pitchFamily="34" charset="0"/>
              <a:buChar char="•"/>
            </a:pPr>
            <a:endParaRPr lang="en-US" sz="1600" dirty="0">
              <a:cs typeface="Calibri"/>
            </a:endParaRPr>
          </a:p>
          <a:p>
            <a:pPr marL="285750" indent="-285750" algn="just">
              <a:buFont typeface="Arial" panose="020B0604020202020204" pitchFamily="34" charset="0"/>
              <a:buChar char="•"/>
            </a:pPr>
            <a:r>
              <a:rPr lang="en-US" sz="1600" dirty="0">
                <a:cs typeface="Calibri"/>
              </a:rPr>
              <a:t>As budgets tighten, the fitness industry pivots to </a:t>
            </a:r>
            <a:r>
              <a:rPr lang="en-US" sz="1600" b="1" dirty="0">
                <a:cs typeface="Calibri"/>
              </a:rPr>
              <a:t>affordable options and social gym memberships</a:t>
            </a:r>
            <a:r>
              <a:rPr lang="en-US" sz="1600" dirty="0">
                <a:cs typeface="Calibri"/>
              </a:rPr>
              <a:t>, while rising disposable incomes drive innovation in </a:t>
            </a:r>
            <a:r>
              <a:rPr lang="en-US" sz="1600" b="1" dirty="0">
                <a:cs typeface="Calibri"/>
              </a:rPr>
              <a:t>premium home fitness tech, blending communal and at-home workouts</a:t>
            </a:r>
            <a:endParaRPr lang="en-US" sz="1600" dirty="0">
              <a:cs typeface="Calibri"/>
            </a:endParaRPr>
          </a:p>
          <a:p>
            <a:pPr marL="285750" indent="-285750" algn="just">
              <a:buFont typeface="Arial" panose="020B0604020202020204" pitchFamily="34" charset="0"/>
              <a:buChar char="•"/>
            </a:pPr>
            <a:endParaRPr lang="en-US" sz="1600" dirty="0">
              <a:cs typeface="Calibri"/>
            </a:endParaRPr>
          </a:p>
          <a:p>
            <a:pPr marL="285750" indent="-285750" algn="just">
              <a:buFont typeface="Arial" panose="020B0604020202020204" pitchFamily="34" charset="0"/>
              <a:buChar char="•"/>
            </a:pPr>
            <a:r>
              <a:rPr lang="en-US" sz="1600" dirty="0">
                <a:cs typeface="Calibri"/>
              </a:rPr>
              <a:t>In the evolving fitness tech market, </a:t>
            </a:r>
            <a:r>
              <a:rPr lang="en-US" sz="1600" b="1" dirty="0">
                <a:cs typeface="Calibri"/>
              </a:rPr>
              <a:t>established brands will expand offerings</a:t>
            </a:r>
            <a:r>
              <a:rPr lang="en-US" sz="1600" dirty="0">
                <a:cs typeface="Calibri"/>
              </a:rPr>
              <a:t>, </a:t>
            </a:r>
            <a:r>
              <a:rPr lang="en-US" sz="1600" b="1" dirty="0">
                <a:cs typeface="Calibri"/>
              </a:rPr>
              <a:t>innovative startups will focus on AI personalization</a:t>
            </a:r>
            <a:r>
              <a:rPr lang="en-US" sz="1600" dirty="0">
                <a:cs typeface="Calibri"/>
              </a:rPr>
              <a:t>, and </a:t>
            </a:r>
            <a:r>
              <a:rPr lang="en-US" sz="1600" b="1" dirty="0">
                <a:cs typeface="Calibri"/>
              </a:rPr>
              <a:t>tech giants may enter with integrated health ecosystems</a:t>
            </a:r>
            <a:endParaRPr lang="en-US" sz="1600" dirty="0">
              <a:cs typeface="Calibri"/>
            </a:endParaRPr>
          </a:p>
          <a:p>
            <a:pPr marL="285750" indent="-285750" algn="just">
              <a:buFont typeface="Arial" panose="020B0604020202020204" pitchFamily="34" charset="0"/>
              <a:buChar char="•"/>
            </a:pPr>
            <a:endParaRPr lang="en-US" sz="1600" dirty="0">
              <a:cs typeface="Calibri"/>
            </a:endParaRPr>
          </a:p>
          <a:p>
            <a:pPr marL="285750" indent="-285750" algn="just">
              <a:buFont typeface="Arial" panose="020B0604020202020204" pitchFamily="34" charset="0"/>
              <a:buChar char="•"/>
            </a:pPr>
            <a:r>
              <a:rPr lang="en-US" sz="1600" b="1" dirty="0">
                <a:cs typeface="Calibri"/>
              </a:rPr>
              <a:t>Strategic partnerships </a:t>
            </a:r>
            <a:r>
              <a:rPr lang="en-US" sz="1600" dirty="0">
                <a:cs typeface="Calibri"/>
              </a:rPr>
              <a:t>and </a:t>
            </a:r>
            <a:r>
              <a:rPr lang="en-US" sz="1600" b="1" dirty="0">
                <a:cs typeface="Calibri"/>
              </a:rPr>
              <a:t>building on existing AI capabilities </a:t>
            </a:r>
            <a:r>
              <a:rPr lang="en-US" sz="1600" dirty="0">
                <a:cs typeface="Calibri"/>
              </a:rPr>
              <a:t>will position Tonal for growth and innovation in a shifting social   and economic landscape</a:t>
            </a:r>
          </a:p>
          <a:p>
            <a:pPr marL="285750" indent="-285750" algn="just">
              <a:buFont typeface="Arial" panose="020B0604020202020204" pitchFamily="34" charset="0"/>
              <a:buChar char="•"/>
            </a:pPr>
            <a:endParaRPr lang="en-US" sz="1600" dirty="0">
              <a:cs typeface="Calibri"/>
            </a:endParaRPr>
          </a:p>
          <a:p>
            <a:pPr marL="285750" indent="-285750" algn="just">
              <a:buFont typeface="Arial" panose="020B0604020202020204" pitchFamily="34" charset="0"/>
              <a:buChar char="•"/>
            </a:pPr>
            <a:r>
              <a:rPr lang="en-US" sz="1600" dirty="0"/>
              <a:t>Tonal must introduce </a:t>
            </a:r>
            <a:r>
              <a:rPr lang="en-US" sz="1600" b="1" dirty="0"/>
              <a:t>affordable offerings to grow its customer base, expand through strategic partnerships </a:t>
            </a:r>
            <a:r>
              <a:rPr lang="en-US" sz="1600" dirty="0"/>
              <a:t>and </a:t>
            </a:r>
            <a:r>
              <a:rPr lang="en-US" sz="1600" b="1" dirty="0"/>
              <a:t>leverage its AI-driven strength training expertise </a:t>
            </a:r>
            <a:r>
              <a:rPr lang="en-US" sz="1600" dirty="0"/>
              <a:t>to navigate this challenging landscape</a:t>
            </a:r>
            <a:endParaRPr lang="en-US" sz="1600" dirty="0">
              <a:cs typeface="Calibri"/>
            </a:endParaRPr>
          </a:p>
          <a:p>
            <a:pPr marL="342900" indent="-342900" algn="just">
              <a:buFont typeface="Arial" panose="020B0604020202020204" pitchFamily="34" charset="0"/>
              <a:buChar char="•"/>
            </a:pPr>
            <a:endParaRPr lang="en-US" sz="1600" dirty="0">
              <a:cs typeface="Calibri"/>
            </a:endParaRPr>
          </a:p>
          <a:p>
            <a:pPr marL="342900" indent="-342900" algn="just">
              <a:buFont typeface="Arial" panose="020B0604020202020204" pitchFamily="34" charset="0"/>
              <a:buChar char="•"/>
            </a:pPr>
            <a:endParaRPr lang="en-US" sz="1600" dirty="0">
              <a:cs typeface="Calibri"/>
            </a:endParaRPr>
          </a:p>
          <a:p>
            <a:pPr marL="0" marR="0" lvl="0" indent="0" algn="l" defTabSz="609630" rtl="0" eaLnBrk="1" fontAlgn="auto" latinLnBrk="0" hangingPunct="1">
              <a:lnSpc>
                <a:spcPts val="2400"/>
              </a:lnSpc>
              <a:spcBef>
                <a:spcPts val="0"/>
              </a:spcBef>
              <a:spcAft>
                <a:spcPts val="0"/>
              </a:spcAft>
              <a:buClrTx/>
              <a:buSzTx/>
              <a:buFontTx/>
              <a:buNone/>
              <a:tabLst/>
              <a:defRPr/>
            </a:pPr>
            <a:r>
              <a:rPr lang="en-US" sz="1600" dirty="0">
                <a:cs typeface="Calibri"/>
              </a:rPr>
              <a:t>  </a:t>
            </a:r>
            <a:endParaRPr kumimoji="0" lang="en-US" sz="1600" b="1" i="0" u="none" strike="noStrike" kern="1200" cap="none" spc="160" normalizeH="0" baseline="0" noProof="0" dirty="0">
              <a:ln>
                <a:noFill/>
              </a:ln>
              <a:solidFill>
                <a:srgbClr val="2B2C30"/>
              </a:solidFill>
              <a:effectLst/>
              <a:uLnTx/>
              <a:uFillTx/>
              <a:ea typeface="Public Sans Bold"/>
              <a:cs typeface="Public Sans Bold"/>
              <a:sym typeface="Public Sans Bold"/>
            </a:endParaRPr>
          </a:p>
        </p:txBody>
      </p:sp>
    </p:spTree>
    <p:extLst>
      <p:ext uri="{BB962C8B-B14F-4D97-AF65-F5344CB8AC3E}">
        <p14:creationId xmlns:p14="http://schemas.microsoft.com/office/powerpoint/2010/main" val="840640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14" name="Group 113">
            <a:extLst>
              <a:ext uri="{FF2B5EF4-FFF2-40B4-BE49-F238E27FC236}">
                <a16:creationId xmlns:a16="http://schemas.microsoft.com/office/drawing/2014/main" id="{F4A5ADCF-D112-9D6C-0956-343F510DEC5A}"/>
              </a:ext>
            </a:extLst>
          </p:cNvPr>
          <p:cNvGrpSpPr/>
          <p:nvPr/>
        </p:nvGrpSpPr>
        <p:grpSpPr>
          <a:xfrm>
            <a:off x="9862157" y="1856555"/>
            <a:ext cx="2026574" cy="4795394"/>
            <a:chOff x="9820289" y="1856555"/>
            <a:chExt cx="2110310" cy="4594427"/>
          </a:xfrm>
        </p:grpSpPr>
        <p:sp>
          <p:nvSpPr>
            <p:cNvPr id="111" name="Freeform 13">
              <a:extLst>
                <a:ext uri="{FF2B5EF4-FFF2-40B4-BE49-F238E27FC236}">
                  <a16:creationId xmlns:a16="http://schemas.microsoft.com/office/drawing/2014/main" id="{83E79615-72D0-E5D7-C62A-5826A4B9E6C3}"/>
                </a:ext>
              </a:extLst>
            </p:cNvPr>
            <p:cNvSpPr/>
            <p:nvPr/>
          </p:nvSpPr>
          <p:spPr>
            <a:xfrm>
              <a:off x="9832706" y="2405475"/>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lumMod val="75000"/>
                    <a:lumOff val="25000"/>
                  </a:schemeClr>
                </a:solidFill>
                <a:effectLst/>
                <a:uLnTx/>
                <a:uFillTx/>
                <a:ea typeface="+mn-ea"/>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b="0" i="0" dirty="0">
                  <a:solidFill>
                    <a:schemeClr val="tx1">
                      <a:lumMod val="75000"/>
                      <a:lumOff val="25000"/>
                    </a:schemeClr>
                  </a:solidFill>
                  <a:effectLst/>
                </a:rPr>
                <a:t>65% of consumers are concerned about how companies use their personal data in AI applications. The</a:t>
              </a:r>
              <a:r>
                <a:rPr lang="en-US" sz="1200" dirty="0">
                  <a:solidFill>
                    <a:schemeClr val="tx1">
                      <a:lumMod val="75000"/>
                      <a:lumOff val="25000"/>
                    </a:schemeClr>
                  </a:solidFill>
                </a:rPr>
                <a:t> evolution of privacy regulations surrounding AI-powered fitness platforms could significantly influence industry practices</a:t>
              </a:r>
              <a:endParaRPr lang="en-US" sz="1100" dirty="0">
                <a:solidFill>
                  <a:schemeClr val="tx1">
                    <a:lumMod val="75000"/>
                    <a:lumOff val="25000"/>
                  </a:schemeClr>
                </a:solidFill>
              </a:endParaRP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lumMod val="75000"/>
                    <a:lumOff val="25000"/>
                  </a:schemeClr>
                </a:solidFill>
                <a:effectLst/>
                <a:uLnTx/>
                <a:uFillTx/>
                <a:ea typeface="Calibri"/>
                <a:cs typeface="Calibri"/>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b="0" i="0" dirty="0">
                  <a:solidFill>
                    <a:schemeClr val="tx1">
                      <a:lumMod val="75000"/>
                      <a:lumOff val="25000"/>
                    </a:schemeClr>
                  </a:solidFill>
                  <a:effectLst/>
                </a:rPr>
                <a:t>Government spending on public health programs is projected to reach $19.7 trillion globally by 2024.</a:t>
              </a:r>
              <a:r>
                <a:rPr lang="en-US" sz="1200" dirty="0">
                  <a:solidFill>
                    <a:schemeClr val="tx1">
                      <a:lumMod val="75000"/>
                      <a:lumOff val="25000"/>
                    </a:schemeClr>
                  </a:solidFill>
                </a:rPr>
                <a:t>The influence of government health initiatives on shaping the fitness market and consumer behavior remains uncertain</a:t>
              </a:r>
              <a:endParaRPr kumimoji="0" lang="en-US" sz="1150" b="0" i="0" u="none" strike="noStrike" kern="1200" cap="none" spc="0" normalizeH="0" baseline="0" noProof="0" dirty="0">
                <a:ln>
                  <a:noFill/>
                </a:ln>
                <a:solidFill>
                  <a:schemeClr val="tx1">
                    <a:lumMod val="75000"/>
                    <a:lumOff val="25000"/>
                  </a:schemeClr>
                </a:solidFill>
                <a:effectLst/>
                <a:uLnTx/>
                <a:uFillTx/>
                <a:ea typeface="Calibri"/>
                <a:cs typeface="Calibri"/>
              </a:endParaRPr>
            </a:p>
          </p:txBody>
        </p:sp>
        <p:sp>
          <p:nvSpPr>
            <p:cNvPr id="112" name="Freeform: Shape 111">
              <a:extLst>
                <a:ext uri="{FF2B5EF4-FFF2-40B4-BE49-F238E27FC236}">
                  <a16:creationId xmlns:a16="http://schemas.microsoft.com/office/drawing/2014/main" id="{77584F3E-B38D-13FC-3721-4F67D73293E5}"/>
                </a:ext>
              </a:extLst>
            </p:cNvPr>
            <p:cNvSpPr/>
            <p:nvPr/>
          </p:nvSpPr>
          <p:spPr>
            <a:xfrm rot="10800000">
              <a:off x="9820289" y="1856555"/>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5" name="Group 114">
            <a:extLst>
              <a:ext uri="{FF2B5EF4-FFF2-40B4-BE49-F238E27FC236}">
                <a16:creationId xmlns:a16="http://schemas.microsoft.com/office/drawing/2014/main" id="{B2EEAE51-1FE2-F6F9-0781-4C445B94E56A}"/>
              </a:ext>
            </a:extLst>
          </p:cNvPr>
          <p:cNvGrpSpPr/>
          <p:nvPr/>
        </p:nvGrpSpPr>
        <p:grpSpPr>
          <a:xfrm>
            <a:off x="7470551" y="1853774"/>
            <a:ext cx="2018201" cy="4795394"/>
            <a:chOff x="7428683" y="1845401"/>
            <a:chExt cx="2110310" cy="4594427"/>
          </a:xfrm>
        </p:grpSpPr>
        <p:sp>
          <p:nvSpPr>
            <p:cNvPr id="109" name="Freeform 13">
              <a:extLst>
                <a:ext uri="{FF2B5EF4-FFF2-40B4-BE49-F238E27FC236}">
                  <a16:creationId xmlns:a16="http://schemas.microsoft.com/office/drawing/2014/main" id="{F8D79A0B-6C5C-8253-2B03-089EDECEEC96}"/>
                </a:ext>
              </a:extLst>
            </p:cNvPr>
            <p:cNvSpPr/>
            <p:nvPr/>
          </p:nvSpPr>
          <p:spPr>
            <a:xfrm>
              <a:off x="7441100" y="2394321"/>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lumMod val="75000"/>
                    <a:lumOff val="25000"/>
                  </a:schemeClr>
                </a:solidFill>
                <a:effectLst/>
                <a:uLnTx/>
                <a:uFillTx/>
                <a:ea typeface="+mn-ea"/>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The future role of sustainability and eco-conscious products in shaping consumer fitness choices is still developing</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lumMod val="75000"/>
                    <a:lumOff val="25000"/>
                  </a:schemeClr>
                </a:solidFill>
                <a:effectLst/>
                <a:uLnTx/>
                <a:uFillTx/>
                <a:ea typeface="Calibri"/>
                <a:cs typeface="Calibri"/>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Growing concerns about energy consumption and the push for carbon-neutral living could influence consumer choices</a:t>
              </a:r>
            </a:p>
            <a:p>
              <a:pPr marL="0" marR="0" lvl="0" indent="0" algn="l" defTabSz="609630" rtl="0" eaLnBrk="1" fontAlgn="auto" latinLnBrk="0" hangingPunct="1">
                <a:lnSpc>
                  <a:spcPct val="100000"/>
                </a:lnSpc>
                <a:spcBef>
                  <a:spcPts val="0"/>
                </a:spcBef>
                <a:spcAft>
                  <a:spcPts val="0"/>
                </a:spcAft>
                <a:buClrTx/>
                <a:buSzTx/>
                <a:buFontTx/>
                <a:buNone/>
                <a:tabLst/>
                <a:defRPr/>
              </a:pPr>
              <a:endParaRPr lang="en-US" sz="1200" dirty="0">
                <a:solidFill>
                  <a:schemeClr val="tx1">
                    <a:lumMod val="75000"/>
                    <a:lumOff val="25000"/>
                  </a:schemeClr>
                </a:solidFill>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With the rapid pace of technological innovation, the lifespan of fitness equipment may shorten leading to regulatory pressures for companies to implement recycling programs or design repurposed</a:t>
              </a:r>
            </a:p>
          </p:txBody>
        </p:sp>
        <p:sp>
          <p:nvSpPr>
            <p:cNvPr id="110" name="Freeform: Shape 109">
              <a:extLst>
                <a:ext uri="{FF2B5EF4-FFF2-40B4-BE49-F238E27FC236}">
                  <a16:creationId xmlns:a16="http://schemas.microsoft.com/office/drawing/2014/main" id="{13B4A7A8-A59A-6DB4-AD49-C62E5E2EF533}"/>
                </a:ext>
              </a:extLst>
            </p:cNvPr>
            <p:cNvSpPr/>
            <p:nvPr/>
          </p:nvSpPr>
          <p:spPr>
            <a:xfrm rot="10800000">
              <a:off x="7428683" y="1845401"/>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6" name="Group 115">
            <a:extLst>
              <a:ext uri="{FF2B5EF4-FFF2-40B4-BE49-F238E27FC236}">
                <a16:creationId xmlns:a16="http://schemas.microsoft.com/office/drawing/2014/main" id="{7E2FC0B5-17CB-A1EC-BEB2-2E99396C4660}"/>
              </a:ext>
            </a:extLst>
          </p:cNvPr>
          <p:cNvGrpSpPr/>
          <p:nvPr/>
        </p:nvGrpSpPr>
        <p:grpSpPr>
          <a:xfrm>
            <a:off x="5114149" y="1856555"/>
            <a:ext cx="2076816" cy="4803767"/>
            <a:chOff x="5080655" y="1856555"/>
            <a:chExt cx="2110310" cy="4594427"/>
          </a:xfrm>
        </p:grpSpPr>
        <p:sp>
          <p:nvSpPr>
            <p:cNvPr id="107" name="Freeform 13">
              <a:extLst>
                <a:ext uri="{FF2B5EF4-FFF2-40B4-BE49-F238E27FC236}">
                  <a16:creationId xmlns:a16="http://schemas.microsoft.com/office/drawing/2014/main" id="{DF1DEDF2-85B1-3EC5-43EE-4035B45F731D}"/>
                </a:ext>
              </a:extLst>
            </p:cNvPr>
            <p:cNvSpPr/>
            <p:nvPr/>
          </p:nvSpPr>
          <p:spPr>
            <a:xfrm>
              <a:off x="5093072" y="2405475"/>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FF0000"/>
                </a:solidFill>
                <a:effectLst/>
                <a:uLnTx/>
                <a:uFillTx/>
                <a:ea typeface="+mn-ea"/>
                <a:cs typeface="+mn-cs"/>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b="0" i="0" dirty="0">
                  <a:solidFill>
                    <a:srgbClr val="FF0000"/>
                  </a:solidFill>
                  <a:effectLst/>
                </a:rPr>
                <a:t>Traditional gym subscriptions typically cost around $25-$50 per month, whereas high-end home gym systems require a significant upfront investment of approximately $4000. </a:t>
              </a:r>
              <a:r>
                <a:rPr lang="en-US" sz="1200" dirty="0">
                  <a:solidFill>
                    <a:srgbClr val="FF0000"/>
                  </a:solidFill>
                </a:rPr>
                <a:t>Consumer willingness to pay for premium fitness solutions may shift as economic conditions fluctuate</a:t>
              </a:r>
            </a:p>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ea typeface="Calibri"/>
                <a:cs typeface="Calibri"/>
              </a:endParaRPr>
            </a:p>
            <a:p>
              <a:pPr marL="0" marR="0" lvl="0" indent="0" algn="l" defTabSz="609630" rtl="0" eaLnBrk="1" fontAlgn="auto" latinLnBrk="0" hangingPunct="1">
                <a:lnSpc>
                  <a:spcPct val="100000"/>
                </a:lnSpc>
                <a:spcBef>
                  <a:spcPts val="0"/>
                </a:spcBef>
                <a:spcAft>
                  <a:spcPts val="0"/>
                </a:spcAft>
                <a:buClrTx/>
                <a:buSzTx/>
                <a:buFontTx/>
                <a:buNone/>
                <a:tabLst/>
                <a:defRPr/>
              </a:pPr>
              <a:r>
                <a:rPr lang="en-US" sz="1200" b="0" i="0" dirty="0">
                  <a:solidFill>
                    <a:schemeClr val="tx1">
                      <a:lumMod val="75000"/>
                      <a:lumOff val="25000"/>
                    </a:schemeClr>
                  </a:solidFill>
                  <a:effectLst/>
                </a:rPr>
                <a:t>The crowded fitness market demands differentiation. Companies that innovate in personalization, community engagement, or pricing models will have a competitive advantage</a:t>
              </a:r>
              <a:endParaRPr kumimoji="0" lang="en-US" sz="1150" b="0" i="0" u="none" strike="noStrike" kern="1200" cap="none" spc="0" normalizeH="0" baseline="0" noProof="0" dirty="0">
                <a:ln>
                  <a:noFill/>
                </a:ln>
                <a:solidFill>
                  <a:schemeClr val="tx1">
                    <a:lumMod val="75000"/>
                    <a:lumOff val="25000"/>
                  </a:schemeClr>
                </a:solidFill>
                <a:effectLst/>
                <a:uLnTx/>
                <a:uFillTx/>
                <a:ea typeface="Calibri"/>
                <a:cs typeface="Calibri"/>
              </a:endParaRPr>
            </a:p>
          </p:txBody>
        </p:sp>
        <p:sp>
          <p:nvSpPr>
            <p:cNvPr id="108" name="Freeform: Shape 107">
              <a:extLst>
                <a:ext uri="{FF2B5EF4-FFF2-40B4-BE49-F238E27FC236}">
                  <a16:creationId xmlns:a16="http://schemas.microsoft.com/office/drawing/2014/main" id="{3EEC1CC5-256E-A445-546E-41D9CC1D8F6B}"/>
                </a:ext>
              </a:extLst>
            </p:cNvPr>
            <p:cNvSpPr/>
            <p:nvPr/>
          </p:nvSpPr>
          <p:spPr>
            <a:xfrm rot="10800000">
              <a:off x="5080655" y="1856555"/>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5" name="Freeform 13">
            <a:extLst>
              <a:ext uri="{FF2B5EF4-FFF2-40B4-BE49-F238E27FC236}">
                <a16:creationId xmlns:a16="http://schemas.microsoft.com/office/drawing/2014/main" id="{547F0A69-E338-3BA5-034F-9AE5DCCAC553}"/>
              </a:ext>
            </a:extLst>
          </p:cNvPr>
          <p:cNvSpPr/>
          <p:nvPr/>
        </p:nvSpPr>
        <p:spPr>
          <a:xfrm>
            <a:off x="2690950" y="2371981"/>
            <a:ext cx="2097893" cy="4305088"/>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lumMod val="75000"/>
                  <a:lumOff val="25000"/>
                </a:schemeClr>
              </a:solidFill>
              <a:effectLst/>
              <a:uLnTx/>
              <a:uFillTx/>
              <a:ea typeface="+mn-ea"/>
              <a:cs typeface="+mn-cs"/>
            </a:endParaRPr>
          </a:p>
          <a:p>
            <a:pPr defTabSz="609630">
              <a:defRPr/>
            </a:pPr>
            <a:r>
              <a:rPr lang="en-US" sz="1200">
                <a:solidFill>
                  <a:schemeClr val="tx1">
                    <a:lumMod val="75000"/>
                    <a:lumOff val="25000"/>
                  </a:schemeClr>
                </a:solidFill>
              </a:rPr>
              <a:t>Big tech players with their vast access of health data through wearables have a distinct advantage and can price out upstarts</a:t>
            </a:r>
          </a:p>
          <a:p>
            <a:pPr defTabSz="609630">
              <a:defRPr/>
            </a:pPr>
            <a:endParaRPr lang="en-US" sz="1200">
              <a:solidFill>
                <a:schemeClr val="tx1">
                  <a:lumMod val="75000"/>
                  <a:lumOff val="25000"/>
                </a:schemeClr>
              </a:solidFill>
            </a:endParaRPr>
          </a:p>
          <a:p>
            <a:pPr defTabSz="609630">
              <a:defRPr/>
            </a:pPr>
            <a:r>
              <a:rPr lang="en-US" sz="1200">
                <a:solidFill>
                  <a:schemeClr val="tx1">
                    <a:lumMod val="75000"/>
                    <a:lumOff val="25000"/>
                  </a:schemeClr>
                </a:solidFill>
              </a:rPr>
              <a:t>Smart home gym equipment use AI and ML to adjust weights according to the exercise and can sometimes over optimize to reduce weight even when the consumer does not want to</a:t>
            </a:r>
          </a:p>
          <a:p>
            <a:pPr defTabSz="609630">
              <a:defRPr/>
            </a:pPr>
            <a:endParaRPr lang="en-US" sz="1200">
              <a:solidFill>
                <a:schemeClr val="tx1">
                  <a:lumMod val="75000"/>
                  <a:lumOff val="25000"/>
                </a:schemeClr>
              </a:solidFill>
            </a:endParaRPr>
          </a:p>
          <a:p>
            <a:pPr defTabSz="609630">
              <a:defRPr/>
            </a:pPr>
            <a:r>
              <a:rPr lang="en-US" sz="1200">
                <a:solidFill>
                  <a:schemeClr val="tx1">
                    <a:lumMod val="75000"/>
                    <a:lumOff val="25000"/>
                  </a:schemeClr>
                </a:solidFill>
              </a:rPr>
              <a:t>Data privacy and security: These devices collect a lot of personal health and fitness data. There are concerns about how this data is stored, used, and shared with third parties</a:t>
            </a:r>
          </a:p>
        </p:txBody>
      </p:sp>
      <p:sp>
        <p:nvSpPr>
          <p:cNvPr id="106" name="Freeform: Shape 105">
            <a:extLst>
              <a:ext uri="{FF2B5EF4-FFF2-40B4-BE49-F238E27FC236}">
                <a16:creationId xmlns:a16="http://schemas.microsoft.com/office/drawing/2014/main" id="{E3A24DA4-9C6E-D7AF-69F2-2D3BBA636641}"/>
              </a:ext>
            </a:extLst>
          </p:cNvPr>
          <p:cNvSpPr/>
          <p:nvPr/>
        </p:nvSpPr>
        <p:spPr>
          <a:xfrm rot="10800000">
            <a:off x="2686906" y="1856555"/>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2"/>
          <p:cNvSpPr txBox="1"/>
          <p:nvPr/>
        </p:nvSpPr>
        <p:spPr>
          <a:xfrm>
            <a:off x="320335" y="119148"/>
            <a:ext cx="11666136" cy="615553"/>
          </a:xfrm>
          <a:prstGeom prst="rect">
            <a:avLst/>
          </a:prstGeom>
        </p:spPr>
        <p:txBody>
          <a:bodyPr wrap="square" lIns="0" tIns="0" rIns="0" bIns="0" rtlCol="0" anchor="t">
            <a:spAutoFit/>
          </a:bodyPr>
          <a:lstStyle/>
          <a:p>
            <a:pPr marL="0" marR="0" lvl="0" indent="0" algn="l" defTabSz="609630" rtl="0" eaLnBrk="1" fontAlgn="auto" latinLnBrk="0" hangingPunct="1">
              <a:lnSpc>
                <a:spcPts val="2400"/>
              </a:lnSpc>
              <a:spcBef>
                <a:spcPts val="0"/>
              </a:spcBef>
              <a:spcAft>
                <a:spcPts val="0"/>
              </a:spcAft>
              <a:buClrTx/>
              <a:buSzTx/>
              <a:buFontTx/>
              <a:buNone/>
              <a:tabLst/>
              <a:defRPr/>
            </a:pPr>
            <a:r>
              <a:rPr lang="en-US" b="1" dirty="0"/>
              <a:t>Amid the increasing consumer preference for gyms and the fluctuations in consumer spending patterns, the at-home fitness industry faces a precarious future</a:t>
            </a:r>
            <a:endParaRPr kumimoji="0" lang="en-US" b="1" i="0" u="none" strike="noStrike" kern="1200" cap="none" spc="160" normalizeH="0" baseline="0" noProof="0" dirty="0">
              <a:ln>
                <a:noFill/>
              </a:ln>
              <a:solidFill>
                <a:srgbClr val="2B2C30"/>
              </a:solidFill>
              <a:effectLst/>
              <a:uLnTx/>
              <a:uFillTx/>
              <a:latin typeface="Public Sans Bold"/>
              <a:ea typeface="Public Sans Bold"/>
              <a:cs typeface="Public Sans Bold"/>
              <a:sym typeface="Public Sans Bold"/>
            </a:endParaRPr>
          </a:p>
        </p:txBody>
      </p:sp>
      <p:sp>
        <p:nvSpPr>
          <p:cNvPr id="3" name="AutoShape 3"/>
          <p:cNvSpPr/>
          <p:nvPr/>
        </p:nvSpPr>
        <p:spPr>
          <a:xfrm flipV="1">
            <a:off x="-235199" y="629507"/>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nvGrpSpPr>
          <p:cNvPr id="113" name="Group 112">
            <a:extLst>
              <a:ext uri="{FF2B5EF4-FFF2-40B4-BE49-F238E27FC236}">
                <a16:creationId xmlns:a16="http://schemas.microsoft.com/office/drawing/2014/main" id="{BAA448E6-F5F9-4D83-CC07-D1707DC9131F}"/>
              </a:ext>
            </a:extLst>
          </p:cNvPr>
          <p:cNvGrpSpPr/>
          <p:nvPr/>
        </p:nvGrpSpPr>
        <p:grpSpPr>
          <a:xfrm>
            <a:off x="284633" y="1862354"/>
            <a:ext cx="2085190" cy="4803767"/>
            <a:chOff x="276260" y="1862354"/>
            <a:chExt cx="2110310" cy="4594427"/>
          </a:xfrm>
        </p:grpSpPr>
        <p:sp>
          <p:nvSpPr>
            <p:cNvPr id="96" name="Freeform 13">
              <a:extLst>
                <a:ext uri="{FF2B5EF4-FFF2-40B4-BE49-F238E27FC236}">
                  <a16:creationId xmlns:a16="http://schemas.microsoft.com/office/drawing/2014/main" id="{ADFF77DA-CFA1-E5A7-1D3C-203329767AAD}"/>
                </a:ext>
              </a:extLst>
            </p:cNvPr>
            <p:cNvSpPr/>
            <p:nvPr/>
          </p:nvSpPr>
          <p:spPr>
            <a:xfrm>
              <a:off x="288677" y="2411274"/>
              <a:ext cx="2097893" cy="4045507"/>
            </a:xfrm>
            <a:custGeom>
              <a:avLst/>
              <a:gdLst/>
              <a:ahLst/>
              <a:cxnLst/>
              <a:rect l="l" t="t" r="r" b="b"/>
              <a:pathLst>
                <a:path w="719649" h="1216896">
                  <a:moveTo>
                    <a:pt x="0" y="0"/>
                  </a:moveTo>
                  <a:lnTo>
                    <a:pt x="719649" y="0"/>
                  </a:lnTo>
                  <a:lnTo>
                    <a:pt x="719649" y="1216896"/>
                  </a:lnTo>
                  <a:lnTo>
                    <a:pt x="0" y="1216896"/>
                  </a:lnTo>
                  <a:close/>
                </a:path>
              </a:pathLst>
            </a:custGeom>
            <a:solidFill>
              <a:schemeClr val="bg2">
                <a:lumMod val="50000"/>
                <a:alpha val="27843"/>
              </a:schemeClr>
            </a:solidFill>
          </p:spPr>
          <p:txBody>
            <a:bodyPr lIns="91440" tIns="45720" rIns="91440" bIns="45720" anchor="t"/>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ea typeface="+mn-ea"/>
                <a:cs typeface="+mn-cs"/>
              </a:endParaRPr>
            </a:p>
            <a:p>
              <a:pPr defTabSz="609630">
                <a:defRPr/>
              </a:pPr>
              <a:r>
                <a:rPr lang="en-US" sz="1200">
                  <a:solidFill>
                    <a:srgbClr val="FF0000"/>
                  </a:solidFill>
                </a:rPr>
                <a:t>As of 2023, gym usage has surpassed pre-pandemic levels, with a 60% increase in traditional gym check-ins during Q1 2024 compared to Q1 2023</a:t>
              </a:r>
            </a:p>
            <a:p>
              <a:pPr defTabSz="609630">
                <a:defRPr/>
              </a:pPr>
              <a:endParaRPr lang="en-US" sz="1200"/>
            </a:p>
            <a:p>
              <a:pPr defTabSz="609630">
                <a:defRPr/>
              </a:pPr>
              <a:r>
                <a:rPr lang="en-US" sz="1200">
                  <a:solidFill>
                    <a:schemeClr val="tx1">
                      <a:lumMod val="75000"/>
                      <a:lumOff val="25000"/>
                    </a:schemeClr>
                  </a:solidFill>
                </a:rPr>
                <a:t>Home workouts rose from 24% in 2019 to a 36% peak in 2021, dropping to 33% in 2022 as a hybrid model emerged</a:t>
              </a:r>
            </a:p>
            <a:p>
              <a:pPr defTabSz="609630">
                <a:defRPr/>
              </a:pPr>
              <a:endParaRPr lang="en-US" sz="1200">
                <a:solidFill>
                  <a:schemeClr val="tx1">
                    <a:lumMod val="75000"/>
                    <a:lumOff val="25000"/>
                  </a:schemeClr>
                </a:solidFill>
              </a:endParaRPr>
            </a:p>
            <a:p>
              <a:pPr defTabSz="609630">
                <a:defRPr/>
              </a:pPr>
              <a:r>
                <a:rPr lang="en-US" sz="1200">
                  <a:solidFill>
                    <a:schemeClr val="tx1">
                      <a:lumMod val="75000"/>
                      <a:lumOff val="25000"/>
                    </a:schemeClr>
                  </a:solidFill>
                </a:rPr>
                <a:t>Gyms like Equinox and Lifetime Fitness are seen as aspirational status symbols due to their high fees and exclusive services, offering a sense of elite membership</a:t>
              </a:r>
            </a:p>
          </p:txBody>
        </p:sp>
        <p:sp>
          <p:nvSpPr>
            <p:cNvPr id="104" name="Freeform: Shape 103">
              <a:extLst>
                <a:ext uri="{FF2B5EF4-FFF2-40B4-BE49-F238E27FC236}">
                  <a16:creationId xmlns:a16="http://schemas.microsoft.com/office/drawing/2014/main" id="{3048B471-BE04-71DA-CF60-46F4C736423A}"/>
                </a:ext>
              </a:extLst>
            </p:cNvPr>
            <p:cNvSpPr/>
            <p:nvPr/>
          </p:nvSpPr>
          <p:spPr>
            <a:xfrm rot="10800000">
              <a:off x="276260" y="1862354"/>
              <a:ext cx="2102833" cy="688093"/>
            </a:xfrm>
            <a:custGeom>
              <a:avLst/>
              <a:gdLst>
                <a:gd name="connsiteX0" fmla="*/ 1051416 w 2102833"/>
                <a:gd name="connsiteY0" fmla="*/ 688093 h 688093"/>
                <a:gd name="connsiteX1" fmla="*/ 0 w 2102833"/>
                <a:gd name="connsiteY1" fmla="*/ 543339 h 688093"/>
                <a:gd name="connsiteX2" fmla="*/ 0 w 2102833"/>
                <a:gd name="connsiteY2" fmla="*/ 0 h 688093"/>
                <a:gd name="connsiteX3" fmla="*/ 1051416 w 2102833"/>
                <a:gd name="connsiteY3" fmla="*/ 144754 h 688093"/>
                <a:gd name="connsiteX4" fmla="*/ 2102833 w 2102833"/>
                <a:gd name="connsiteY4" fmla="*/ 0 h 688093"/>
                <a:gd name="connsiteX5" fmla="*/ 2102833 w 2102833"/>
                <a:gd name="connsiteY5" fmla="*/ 543339 h 6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833" h="688093">
                  <a:moveTo>
                    <a:pt x="1051416" y="688093"/>
                  </a:moveTo>
                  <a:lnTo>
                    <a:pt x="0" y="543339"/>
                  </a:lnTo>
                  <a:lnTo>
                    <a:pt x="0" y="0"/>
                  </a:lnTo>
                  <a:lnTo>
                    <a:pt x="1051416" y="144754"/>
                  </a:lnTo>
                  <a:lnTo>
                    <a:pt x="2102833" y="0"/>
                  </a:lnTo>
                  <a:lnTo>
                    <a:pt x="2102833" y="543339"/>
                  </a:lnTo>
                  <a:close/>
                </a:path>
              </a:pathLst>
            </a:custGeom>
            <a:solidFill>
              <a:schemeClr val="tx1"/>
            </a:solidFill>
          </p:spPr>
          <p:txBody>
            <a:bodyPr wrap="square">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 name="TextBox 54"/>
          <p:cNvSpPr txBox="1"/>
          <p:nvPr/>
        </p:nvSpPr>
        <p:spPr>
          <a:xfrm>
            <a:off x="447089" y="2042979"/>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lang="en-US" sz="1623" b="1">
                <a:solidFill>
                  <a:srgbClr val="FFFFFF"/>
                </a:solidFill>
                <a:latin typeface="Public Sans Bold"/>
                <a:sym typeface="Public Sans Bold"/>
              </a:rPr>
              <a:t>SOCIETAL</a:t>
            </a:r>
          </a:p>
        </p:txBody>
      </p:sp>
      <p:grpSp>
        <p:nvGrpSpPr>
          <p:cNvPr id="75" name="Group 74">
            <a:extLst>
              <a:ext uri="{FF2B5EF4-FFF2-40B4-BE49-F238E27FC236}">
                <a16:creationId xmlns:a16="http://schemas.microsoft.com/office/drawing/2014/main" id="{B9F75E7D-A454-A5BD-B74C-5CD187819CBB}"/>
              </a:ext>
            </a:extLst>
          </p:cNvPr>
          <p:cNvGrpSpPr/>
          <p:nvPr/>
        </p:nvGrpSpPr>
        <p:grpSpPr>
          <a:xfrm>
            <a:off x="3233303" y="908030"/>
            <a:ext cx="1022103" cy="1066908"/>
            <a:chOff x="3324426" y="870966"/>
            <a:chExt cx="1022103" cy="1066908"/>
          </a:xfrm>
        </p:grpSpPr>
        <p:grpSp>
          <p:nvGrpSpPr>
            <p:cNvPr id="42" name="Group 42"/>
            <p:cNvGrpSpPr/>
            <p:nvPr/>
          </p:nvGrpSpPr>
          <p:grpSpPr>
            <a:xfrm>
              <a:off x="3324426" y="915771"/>
              <a:ext cx="1022103" cy="1022103"/>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0B9"/>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61" name="TextBox 61"/>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kumimoji="0" lang="en-US" sz="5824" b="1" i="0" u="none" strike="noStrike" kern="1200" cap="none" spc="0" normalizeH="0" baseline="0" noProof="0">
                  <a:ln>
                    <a:noFill/>
                  </a:ln>
                  <a:solidFill>
                    <a:schemeClr val="tx1">
                      <a:lumMod val="75000"/>
                      <a:lumOff val="25000"/>
                    </a:schemeClr>
                  </a:solidFill>
                  <a:effectLst/>
                  <a:uLnTx/>
                  <a:uFillTx/>
                  <a:latin typeface="Canva Sans Bold"/>
                  <a:ea typeface="Canva Sans Bold"/>
                  <a:cs typeface="Canva Sans Bold"/>
                  <a:sym typeface="Canva Sans Bold"/>
                </a:rPr>
                <a:t>T</a:t>
              </a:r>
            </a:p>
          </p:txBody>
        </p:sp>
      </p:grpSp>
      <p:sp>
        <p:nvSpPr>
          <p:cNvPr id="65" name="TextBox 65"/>
          <p:cNvSpPr txBox="1"/>
          <p:nvPr/>
        </p:nvSpPr>
        <p:spPr>
          <a:xfrm>
            <a:off x="2801714"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kumimoji="0" lang="en-US" sz="1623" b="1" i="0" u="none" strike="noStrike" kern="1200" cap="none" spc="0" normalizeH="0" baseline="0" noProof="0">
                <a:ln>
                  <a:noFill/>
                </a:ln>
                <a:solidFill>
                  <a:srgbClr val="FFFFFF"/>
                </a:solidFill>
                <a:effectLst/>
                <a:uLnTx/>
                <a:uFillTx/>
                <a:latin typeface="Public Sans Bold"/>
                <a:ea typeface="Public Sans Bold"/>
                <a:cs typeface="Public Sans Bold"/>
                <a:sym typeface="Public Sans Bold"/>
              </a:rPr>
              <a:t>TECHNOLOGICAL</a:t>
            </a:r>
          </a:p>
        </p:txBody>
      </p:sp>
      <p:sp>
        <p:nvSpPr>
          <p:cNvPr id="66" name="TextBox 66"/>
          <p:cNvSpPr txBox="1"/>
          <p:nvPr/>
        </p:nvSpPr>
        <p:spPr>
          <a:xfrm>
            <a:off x="5158529"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kumimoji="0" lang="en-US" sz="1623" b="1" i="0" u="none" strike="noStrike" kern="1200" cap="none" spc="0" normalizeH="0" baseline="0" noProof="0">
                <a:ln>
                  <a:noFill/>
                </a:ln>
                <a:solidFill>
                  <a:srgbClr val="FFFFFF"/>
                </a:solidFill>
                <a:effectLst/>
                <a:uLnTx/>
                <a:uFillTx/>
                <a:latin typeface="Public Sans Bold"/>
                <a:ea typeface="Public Sans Bold"/>
                <a:cs typeface="Public Sans Bold"/>
                <a:sym typeface="Public Sans Bold"/>
              </a:rPr>
              <a:t>ECONOMICAL</a:t>
            </a:r>
          </a:p>
        </p:txBody>
      </p:sp>
      <p:sp>
        <p:nvSpPr>
          <p:cNvPr id="67" name="TextBox 67"/>
          <p:cNvSpPr txBox="1"/>
          <p:nvPr/>
        </p:nvSpPr>
        <p:spPr>
          <a:xfrm>
            <a:off x="7522680"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lang="en-US" sz="1623" b="1">
                <a:solidFill>
                  <a:srgbClr val="FFFFFF"/>
                </a:solidFill>
                <a:latin typeface="Public Sans Bold"/>
                <a:sym typeface="Public Sans Bold"/>
              </a:rPr>
              <a:t>ENVIRONMENTAL</a:t>
            </a:r>
          </a:p>
        </p:txBody>
      </p:sp>
      <p:sp>
        <p:nvSpPr>
          <p:cNvPr id="68" name="TextBox 68"/>
          <p:cNvSpPr txBox="1"/>
          <p:nvPr/>
        </p:nvSpPr>
        <p:spPr>
          <a:xfrm>
            <a:off x="9933480" y="2073428"/>
            <a:ext cx="1893109" cy="243656"/>
          </a:xfrm>
          <a:prstGeom prst="rect">
            <a:avLst/>
          </a:prstGeom>
        </p:spPr>
        <p:txBody>
          <a:bodyPr lIns="0" tIns="0" rIns="0" bIns="0" rtlCol="0" anchor="t">
            <a:spAutoFit/>
          </a:bodyPr>
          <a:lstStyle/>
          <a:p>
            <a:pPr marL="0" marR="0" lvl="0" indent="0" algn="ctr" defTabSz="609630" rtl="0" eaLnBrk="1" fontAlgn="auto" latinLnBrk="0" hangingPunct="1">
              <a:lnSpc>
                <a:spcPts val="1947"/>
              </a:lnSpc>
              <a:spcBef>
                <a:spcPts val="0"/>
              </a:spcBef>
              <a:spcAft>
                <a:spcPts val="0"/>
              </a:spcAft>
              <a:buClrTx/>
              <a:buSzTx/>
              <a:buFontTx/>
              <a:buNone/>
              <a:tabLst/>
              <a:defRPr/>
            </a:pPr>
            <a:r>
              <a:rPr kumimoji="0" lang="en-US" sz="1623" b="1" i="0" u="none" strike="noStrike" kern="1200" cap="none" spc="0" normalizeH="0" baseline="0" noProof="0">
                <a:ln>
                  <a:noFill/>
                </a:ln>
                <a:solidFill>
                  <a:srgbClr val="FFFFFF"/>
                </a:solidFill>
                <a:effectLst/>
                <a:uLnTx/>
                <a:uFillTx/>
                <a:latin typeface="Public Sans Bold"/>
                <a:ea typeface="Public Sans Bold"/>
                <a:cs typeface="Public Sans Bold"/>
                <a:sym typeface="Public Sans Bold"/>
              </a:rPr>
              <a:t>POLITICAL</a:t>
            </a:r>
          </a:p>
        </p:txBody>
      </p:sp>
      <p:grpSp>
        <p:nvGrpSpPr>
          <p:cNvPr id="76" name="Group 75">
            <a:extLst>
              <a:ext uri="{FF2B5EF4-FFF2-40B4-BE49-F238E27FC236}">
                <a16:creationId xmlns:a16="http://schemas.microsoft.com/office/drawing/2014/main" id="{B234BB01-ED20-94AB-8B65-E47FDA7F41C0}"/>
              </a:ext>
            </a:extLst>
          </p:cNvPr>
          <p:cNvGrpSpPr/>
          <p:nvPr/>
        </p:nvGrpSpPr>
        <p:grpSpPr>
          <a:xfrm>
            <a:off x="882593" y="889921"/>
            <a:ext cx="1022103" cy="1066908"/>
            <a:chOff x="3324426" y="870966"/>
            <a:chExt cx="1022103" cy="1066908"/>
          </a:xfrm>
        </p:grpSpPr>
        <p:grpSp>
          <p:nvGrpSpPr>
            <p:cNvPr id="77" name="Group 42">
              <a:extLst>
                <a:ext uri="{FF2B5EF4-FFF2-40B4-BE49-F238E27FC236}">
                  <a16:creationId xmlns:a16="http://schemas.microsoft.com/office/drawing/2014/main" id="{E25D6D0D-8C43-D6B8-6F71-04A402DD8FBD}"/>
                </a:ext>
              </a:extLst>
            </p:cNvPr>
            <p:cNvGrpSpPr/>
            <p:nvPr/>
          </p:nvGrpSpPr>
          <p:grpSpPr>
            <a:xfrm>
              <a:off x="3324426" y="915771"/>
              <a:ext cx="1022103" cy="1022103"/>
              <a:chOff x="0" y="0"/>
              <a:chExt cx="812800" cy="812800"/>
            </a:xfrm>
          </p:grpSpPr>
          <p:sp>
            <p:nvSpPr>
              <p:cNvPr id="79" name="Freeform 43">
                <a:extLst>
                  <a:ext uri="{FF2B5EF4-FFF2-40B4-BE49-F238E27FC236}">
                    <a16:creationId xmlns:a16="http://schemas.microsoft.com/office/drawing/2014/main" id="{A50F8D95-4314-B07A-3AFE-59C85CA94D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A97F"/>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44">
                <a:extLst>
                  <a:ext uri="{FF2B5EF4-FFF2-40B4-BE49-F238E27FC236}">
                    <a16:creationId xmlns:a16="http://schemas.microsoft.com/office/drawing/2014/main" id="{57032A56-41E2-DB5F-63A1-F626D1657DDA}"/>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78" name="TextBox 61">
              <a:extLst>
                <a:ext uri="{FF2B5EF4-FFF2-40B4-BE49-F238E27FC236}">
                  <a16:creationId xmlns:a16="http://schemas.microsoft.com/office/drawing/2014/main" id="{15489AF1-D26E-AFA8-A988-362934FF5055}"/>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kumimoji="0" lang="en-US" sz="5824" b="1" i="0" u="none" strike="noStrike" kern="1200" cap="none" spc="0" normalizeH="0" baseline="0" noProof="0">
                  <a:ln>
                    <a:noFill/>
                  </a:ln>
                  <a:effectLst/>
                  <a:uLnTx/>
                  <a:uFillTx/>
                  <a:latin typeface="Canva Sans Bold"/>
                  <a:ea typeface="Canva Sans Bold"/>
                  <a:cs typeface="Canva Sans Bold"/>
                  <a:sym typeface="Canva Sans Bold"/>
                </a:rPr>
                <a:t>S</a:t>
              </a:r>
            </a:p>
          </p:txBody>
        </p:sp>
      </p:grpSp>
      <p:grpSp>
        <p:nvGrpSpPr>
          <p:cNvPr id="81" name="Group 80">
            <a:extLst>
              <a:ext uri="{FF2B5EF4-FFF2-40B4-BE49-F238E27FC236}">
                <a16:creationId xmlns:a16="http://schemas.microsoft.com/office/drawing/2014/main" id="{C3AC7000-8F1E-92AB-C455-8991A130DF90}"/>
              </a:ext>
            </a:extLst>
          </p:cNvPr>
          <p:cNvGrpSpPr/>
          <p:nvPr/>
        </p:nvGrpSpPr>
        <p:grpSpPr>
          <a:xfrm>
            <a:off x="5584948" y="908030"/>
            <a:ext cx="1022103" cy="1066908"/>
            <a:chOff x="3324426" y="870966"/>
            <a:chExt cx="1022103" cy="1066908"/>
          </a:xfrm>
        </p:grpSpPr>
        <p:grpSp>
          <p:nvGrpSpPr>
            <p:cNvPr id="82" name="Group 42">
              <a:extLst>
                <a:ext uri="{FF2B5EF4-FFF2-40B4-BE49-F238E27FC236}">
                  <a16:creationId xmlns:a16="http://schemas.microsoft.com/office/drawing/2014/main" id="{29912B90-9435-4B43-36B7-51007D5933DD}"/>
                </a:ext>
              </a:extLst>
            </p:cNvPr>
            <p:cNvGrpSpPr/>
            <p:nvPr/>
          </p:nvGrpSpPr>
          <p:grpSpPr>
            <a:xfrm>
              <a:off x="3324426" y="915771"/>
              <a:ext cx="1022103" cy="1022103"/>
              <a:chOff x="0" y="0"/>
              <a:chExt cx="812800" cy="812800"/>
            </a:xfrm>
          </p:grpSpPr>
          <p:sp>
            <p:nvSpPr>
              <p:cNvPr id="84" name="Freeform 43">
                <a:extLst>
                  <a:ext uri="{FF2B5EF4-FFF2-40B4-BE49-F238E27FC236}">
                    <a16:creationId xmlns:a16="http://schemas.microsoft.com/office/drawing/2014/main" id="{5A935B50-1F18-9E11-FDAF-22000FF07A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A97F"/>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5" name="TextBox 44">
                <a:extLst>
                  <a:ext uri="{FF2B5EF4-FFF2-40B4-BE49-F238E27FC236}">
                    <a16:creationId xmlns:a16="http://schemas.microsoft.com/office/drawing/2014/main" id="{87E4DAA9-C840-7040-34A2-24F8B85121E6}"/>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83" name="TextBox 61">
              <a:extLst>
                <a:ext uri="{FF2B5EF4-FFF2-40B4-BE49-F238E27FC236}">
                  <a16:creationId xmlns:a16="http://schemas.microsoft.com/office/drawing/2014/main" id="{BC19FBE8-A022-72F5-02FC-5B74F9BA8823}"/>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lang="en-US" sz="5824" b="1">
                  <a:latin typeface="Canva Sans Bold"/>
                  <a:ea typeface="Canva Sans Bold"/>
                  <a:cs typeface="Canva Sans Bold"/>
                  <a:sym typeface="Canva Sans Bold"/>
                </a:rPr>
                <a:t>E</a:t>
              </a:r>
              <a:endParaRPr kumimoji="0" lang="en-US" sz="5824" b="1" i="0" u="none" strike="noStrike" kern="1200" cap="none" spc="0" normalizeH="0" baseline="0" noProof="0">
                <a:ln>
                  <a:noFill/>
                </a:ln>
                <a:effectLst/>
                <a:uLnTx/>
                <a:uFillTx/>
                <a:latin typeface="Canva Sans Bold"/>
                <a:ea typeface="Canva Sans Bold"/>
                <a:cs typeface="Canva Sans Bold"/>
                <a:sym typeface="Canva Sans Bold"/>
              </a:endParaRPr>
            </a:p>
          </p:txBody>
        </p:sp>
      </p:grpSp>
      <p:grpSp>
        <p:nvGrpSpPr>
          <p:cNvPr id="86" name="Group 85">
            <a:extLst>
              <a:ext uri="{FF2B5EF4-FFF2-40B4-BE49-F238E27FC236}">
                <a16:creationId xmlns:a16="http://schemas.microsoft.com/office/drawing/2014/main" id="{71FDA5DB-FB57-7872-BE0C-92FB373F4F5A}"/>
              </a:ext>
            </a:extLst>
          </p:cNvPr>
          <p:cNvGrpSpPr/>
          <p:nvPr/>
        </p:nvGrpSpPr>
        <p:grpSpPr>
          <a:xfrm>
            <a:off x="7955251" y="891269"/>
            <a:ext cx="1022103" cy="1066908"/>
            <a:chOff x="3324426" y="870966"/>
            <a:chExt cx="1022103" cy="1066908"/>
          </a:xfrm>
        </p:grpSpPr>
        <p:grpSp>
          <p:nvGrpSpPr>
            <p:cNvPr id="87" name="Group 42">
              <a:extLst>
                <a:ext uri="{FF2B5EF4-FFF2-40B4-BE49-F238E27FC236}">
                  <a16:creationId xmlns:a16="http://schemas.microsoft.com/office/drawing/2014/main" id="{AC21BA18-7FFA-64DE-1D09-0B9FC77C21B8}"/>
                </a:ext>
              </a:extLst>
            </p:cNvPr>
            <p:cNvGrpSpPr/>
            <p:nvPr/>
          </p:nvGrpSpPr>
          <p:grpSpPr>
            <a:xfrm>
              <a:off x="3324426" y="915771"/>
              <a:ext cx="1022103" cy="1022103"/>
              <a:chOff x="0" y="0"/>
              <a:chExt cx="812800" cy="812800"/>
            </a:xfrm>
          </p:grpSpPr>
          <p:sp>
            <p:nvSpPr>
              <p:cNvPr id="89" name="Freeform 43">
                <a:extLst>
                  <a:ext uri="{FF2B5EF4-FFF2-40B4-BE49-F238E27FC236}">
                    <a16:creationId xmlns:a16="http://schemas.microsoft.com/office/drawing/2014/main" id="{FCFAC03F-114A-A44C-8645-F5BD03CC24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0B9"/>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0" name="TextBox 44">
                <a:extLst>
                  <a:ext uri="{FF2B5EF4-FFF2-40B4-BE49-F238E27FC236}">
                    <a16:creationId xmlns:a16="http://schemas.microsoft.com/office/drawing/2014/main" id="{B0BD8130-36C8-24C6-B6FE-0E667E1101B0}"/>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88" name="TextBox 61">
              <a:extLst>
                <a:ext uri="{FF2B5EF4-FFF2-40B4-BE49-F238E27FC236}">
                  <a16:creationId xmlns:a16="http://schemas.microsoft.com/office/drawing/2014/main" id="{798B6EFA-267C-C028-516E-BBE9E8AC95E1}"/>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lang="en-US" sz="5824" b="1">
                  <a:solidFill>
                    <a:schemeClr val="tx1">
                      <a:lumMod val="75000"/>
                      <a:lumOff val="25000"/>
                    </a:schemeClr>
                  </a:solidFill>
                  <a:latin typeface="Canva Sans Bold"/>
                  <a:ea typeface="Canva Sans Bold"/>
                  <a:cs typeface="Canva Sans Bold"/>
                  <a:sym typeface="Canva Sans Bold"/>
                </a:rPr>
                <a:t>E</a:t>
              </a:r>
              <a:endParaRPr kumimoji="0" lang="en-US" sz="5824" b="1" i="0" u="none" strike="noStrike" kern="1200" cap="none" spc="0" normalizeH="0" baseline="0" noProof="0">
                <a:ln>
                  <a:noFill/>
                </a:ln>
                <a:solidFill>
                  <a:schemeClr val="tx1">
                    <a:lumMod val="75000"/>
                    <a:lumOff val="25000"/>
                  </a:schemeClr>
                </a:solidFill>
                <a:effectLst/>
                <a:uLnTx/>
                <a:uFillTx/>
                <a:latin typeface="Canva Sans Bold"/>
                <a:ea typeface="Canva Sans Bold"/>
                <a:cs typeface="Canva Sans Bold"/>
                <a:sym typeface="Canva Sans Bold"/>
              </a:endParaRPr>
            </a:p>
          </p:txBody>
        </p:sp>
      </p:grpSp>
      <p:grpSp>
        <p:nvGrpSpPr>
          <p:cNvPr id="91" name="Group 90">
            <a:extLst>
              <a:ext uri="{FF2B5EF4-FFF2-40B4-BE49-F238E27FC236}">
                <a16:creationId xmlns:a16="http://schemas.microsoft.com/office/drawing/2014/main" id="{1B566D00-F1DE-E892-1B62-28E0AB0374CA}"/>
              </a:ext>
            </a:extLst>
          </p:cNvPr>
          <p:cNvGrpSpPr/>
          <p:nvPr/>
        </p:nvGrpSpPr>
        <p:grpSpPr>
          <a:xfrm>
            <a:off x="10344216" y="891506"/>
            <a:ext cx="1022103" cy="1066908"/>
            <a:chOff x="3324426" y="870966"/>
            <a:chExt cx="1022103" cy="1066908"/>
          </a:xfrm>
        </p:grpSpPr>
        <p:grpSp>
          <p:nvGrpSpPr>
            <p:cNvPr id="92" name="Group 42">
              <a:extLst>
                <a:ext uri="{FF2B5EF4-FFF2-40B4-BE49-F238E27FC236}">
                  <a16:creationId xmlns:a16="http://schemas.microsoft.com/office/drawing/2014/main" id="{B041212D-DAD4-B10D-4A2D-6A312C4CBF5B}"/>
                </a:ext>
              </a:extLst>
            </p:cNvPr>
            <p:cNvGrpSpPr/>
            <p:nvPr/>
          </p:nvGrpSpPr>
          <p:grpSpPr>
            <a:xfrm>
              <a:off x="3324426" y="915771"/>
              <a:ext cx="1022103" cy="1022103"/>
              <a:chOff x="0" y="0"/>
              <a:chExt cx="812800" cy="812800"/>
            </a:xfrm>
          </p:grpSpPr>
          <p:sp>
            <p:nvSpPr>
              <p:cNvPr id="94" name="Freeform 43">
                <a:extLst>
                  <a:ext uri="{FF2B5EF4-FFF2-40B4-BE49-F238E27FC236}">
                    <a16:creationId xmlns:a16="http://schemas.microsoft.com/office/drawing/2014/main" id="{54769688-0D3A-88E6-BC13-2C8A16D891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D0B9"/>
              </a:solidFill>
              <a:ln w="28575" cap="sq">
                <a:solidFill>
                  <a:schemeClr val="tx1"/>
                </a:solidFill>
                <a:prstDash val="solid"/>
                <a:miter/>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5" name="TextBox 44">
                <a:extLst>
                  <a:ext uri="{FF2B5EF4-FFF2-40B4-BE49-F238E27FC236}">
                    <a16:creationId xmlns:a16="http://schemas.microsoft.com/office/drawing/2014/main" id="{BF504322-F0FA-21DF-3CD9-EB3F02F3B48F}"/>
                  </a:ext>
                </a:extLst>
              </p:cNvPr>
              <p:cNvSpPr txBox="1"/>
              <p:nvPr/>
            </p:nvSpPr>
            <p:spPr>
              <a:xfrm>
                <a:off x="76200" y="66675"/>
                <a:ext cx="660400" cy="669925"/>
              </a:xfrm>
              <a:prstGeom prst="rect">
                <a:avLst/>
              </a:prstGeom>
            </p:spPr>
            <p:txBody>
              <a:bodyPr lIns="33867" tIns="33867" rIns="33867" bIns="33867"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93" name="TextBox 61">
              <a:extLst>
                <a:ext uri="{FF2B5EF4-FFF2-40B4-BE49-F238E27FC236}">
                  <a16:creationId xmlns:a16="http://schemas.microsoft.com/office/drawing/2014/main" id="{EFDE7F07-1080-2971-B2F8-9E1A39B61D67}"/>
                </a:ext>
              </a:extLst>
            </p:cNvPr>
            <p:cNvSpPr txBox="1"/>
            <p:nvPr/>
          </p:nvSpPr>
          <p:spPr>
            <a:xfrm>
              <a:off x="3616627" y="870966"/>
              <a:ext cx="437700" cy="985847"/>
            </a:xfrm>
            <a:prstGeom prst="rect">
              <a:avLst/>
            </a:prstGeom>
          </p:spPr>
          <p:txBody>
            <a:bodyPr lIns="0" tIns="0" rIns="0" bIns="0" rtlCol="0" anchor="t">
              <a:spAutoFit/>
            </a:bodyPr>
            <a:lstStyle/>
            <a:p>
              <a:pPr marL="0" marR="0" lvl="0" indent="0" algn="ctr" defTabSz="609630" rtl="0" eaLnBrk="1" fontAlgn="auto" latinLnBrk="0" hangingPunct="1">
                <a:lnSpc>
                  <a:spcPts val="8153"/>
                </a:lnSpc>
                <a:spcBef>
                  <a:spcPts val="0"/>
                </a:spcBef>
                <a:spcAft>
                  <a:spcPts val="0"/>
                </a:spcAft>
                <a:buClrTx/>
                <a:buSzTx/>
                <a:buFontTx/>
                <a:buNone/>
                <a:tabLst/>
                <a:defRPr/>
              </a:pPr>
              <a:r>
                <a:rPr kumimoji="0" lang="en-US" sz="5824" b="1" i="0" u="none" strike="noStrike" kern="1200" cap="none" spc="0" normalizeH="0" baseline="0" noProof="0">
                  <a:ln>
                    <a:noFill/>
                  </a:ln>
                  <a:solidFill>
                    <a:schemeClr val="tx1">
                      <a:lumMod val="75000"/>
                      <a:lumOff val="25000"/>
                    </a:schemeClr>
                  </a:solidFill>
                  <a:effectLst/>
                  <a:uLnTx/>
                  <a:uFillTx/>
                  <a:latin typeface="Canva Sans Bold"/>
                  <a:ea typeface="Canva Sans Bold"/>
                  <a:cs typeface="Canva Sans Bold"/>
                  <a:sym typeface="Canva Sans Bold"/>
                </a:rPr>
                <a:t>P</a:t>
              </a:r>
            </a:p>
          </p:txBody>
        </p:sp>
      </p:grpSp>
    </p:spTree>
    <p:extLst>
      <p:ext uri="{BB962C8B-B14F-4D97-AF65-F5344CB8AC3E}">
        <p14:creationId xmlns:p14="http://schemas.microsoft.com/office/powerpoint/2010/main" val="2367676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A17F08D-BF1F-1215-2362-4BDEDA913EC9}"/>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D4068431-1276-E26D-6FE9-554411E00EB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9" name="Rectangle: Rounded Corners 18">
            <a:extLst>
              <a:ext uri="{FF2B5EF4-FFF2-40B4-BE49-F238E27FC236}">
                <a16:creationId xmlns:a16="http://schemas.microsoft.com/office/drawing/2014/main" id="{383C180B-4D1A-222F-EDFC-02FB4466CFD8}"/>
              </a:ext>
            </a:extLst>
          </p:cNvPr>
          <p:cNvSpPr/>
          <p:nvPr/>
        </p:nvSpPr>
        <p:spPr>
          <a:xfrm>
            <a:off x="6232347" y="4116639"/>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cxnSp>
        <p:nvCxnSpPr>
          <p:cNvPr id="20" name="Straight Arrow Connector 19">
            <a:extLst>
              <a:ext uri="{FF2B5EF4-FFF2-40B4-BE49-F238E27FC236}">
                <a16:creationId xmlns:a16="http://schemas.microsoft.com/office/drawing/2014/main" id="{DBE4142C-7E39-E5A4-826A-542A4B6D6131}"/>
              </a:ext>
            </a:extLst>
          </p:cNvPr>
          <p:cNvCxnSpPr>
            <a:cxnSpLocks/>
          </p:cNvCxnSpPr>
          <p:nvPr/>
        </p:nvCxnSpPr>
        <p:spPr>
          <a:xfrm>
            <a:off x="1898126" y="3772340"/>
            <a:ext cx="780097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CE8B6F9-A86E-7397-3564-AC0F5B0D0763}"/>
              </a:ext>
            </a:extLst>
          </p:cNvPr>
          <p:cNvCxnSpPr>
            <a:cxnSpLocks/>
          </p:cNvCxnSpPr>
          <p:nvPr/>
        </p:nvCxnSpPr>
        <p:spPr>
          <a:xfrm>
            <a:off x="5923895" y="1262798"/>
            <a:ext cx="0" cy="51990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7BB0188-2E53-0CA9-8871-F4FAB2BB67A6}"/>
              </a:ext>
            </a:extLst>
          </p:cNvPr>
          <p:cNvSpPr txBox="1"/>
          <p:nvPr/>
        </p:nvSpPr>
        <p:spPr>
          <a:xfrm>
            <a:off x="9796801" y="3509295"/>
            <a:ext cx="2138568" cy="5232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Economic Pressure </a:t>
            </a:r>
            <a:r>
              <a:rPr kumimoji="0" lang="en-US" sz="1400" b="0" i="0" u="none" strike="noStrike" kern="1200" cap="none" spc="0" normalizeH="0" baseline="0" noProof="0">
                <a:ln>
                  <a:noFill/>
                </a:ln>
                <a:solidFill>
                  <a:srgbClr val="196B24">
                    <a:lumMod val="60000"/>
                    <a:lumOff val="40000"/>
                  </a:srgbClr>
                </a:solidFill>
                <a:effectLst/>
                <a:uLnTx/>
                <a:uFillTx/>
                <a:latin typeface="Aptos" panose="020B0004020202020204"/>
                <a:ea typeface="+mn-ea"/>
                <a:cs typeface="+mn-cs"/>
              </a:rPr>
              <a:t>Decreases</a:t>
            </a:r>
          </a:p>
        </p:txBody>
      </p:sp>
      <p:sp>
        <p:nvSpPr>
          <p:cNvPr id="23" name="TextBox 22">
            <a:extLst>
              <a:ext uri="{FF2B5EF4-FFF2-40B4-BE49-F238E27FC236}">
                <a16:creationId xmlns:a16="http://schemas.microsoft.com/office/drawing/2014/main" id="{D3AC6CD4-FE2C-6012-D07E-E2683F513672}"/>
              </a:ext>
            </a:extLst>
          </p:cNvPr>
          <p:cNvSpPr txBox="1"/>
          <p:nvPr/>
        </p:nvSpPr>
        <p:spPr>
          <a:xfrm>
            <a:off x="4661130" y="924890"/>
            <a:ext cx="2571790"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Home fitness solutions </a:t>
            </a:r>
            <a:r>
              <a:rPr kumimoji="0" lang="en-US" sz="1400" b="0" i="0" u="none" strike="noStrike" kern="1200" cap="none" spc="0" normalizeH="0" baseline="0" noProof="0">
                <a:ln>
                  <a:noFill/>
                </a:ln>
                <a:solidFill>
                  <a:srgbClr val="196B24"/>
                </a:solidFill>
                <a:effectLst/>
                <a:uLnTx/>
                <a:uFillTx/>
                <a:latin typeface="Aptos" panose="020B0004020202020204"/>
                <a:ea typeface="+mn-ea"/>
                <a:cs typeface="+mn-cs"/>
              </a:rPr>
              <a:t>Valued</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70537B23-F028-2A44-0251-A18A4DE9C464}"/>
              </a:ext>
            </a:extLst>
          </p:cNvPr>
          <p:cNvSpPr txBox="1"/>
          <p:nvPr/>
        </p:nvSpPr>
        <p:spPr>
          <a:xfrm>
            <a:off x="4565012" y="6480083"/>
            <a:ext cx="3265543"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Home fitness solutions </a:t>
            </a:r>
            <a:r>
              <a:rPr kumimoji="0" lang="en-US" sz="1400" b="0" i="0" u="none" strike="noStrike" kern="1200" cap="none" spc="0" normalizeH="0" baseline="0" noProof="0">
                <a:ln>
                  <a:noFill/>
                </a:ln>
                <a:solidFill>
                  <a:srgbClr val="FF0000"/>
                </a:solidFill>
                <a:effectLst/>
                <a:uLnTx/>
                <a:uFillTx/>
                <a:latin typeface="Aptos" panose="020B0004020202020204"/>
                <a:ea typeface="+mn-ea"/>
                <a:cs typeface="+mn-cs"/>
              </a:rPr>
              <a:t>Disfavored</a:t>
            </a:r>
          </a:p>
        </p:txBody>
      </p:sp>
      <p:sp>
        <p:nvSpPr>
          <p:cNvPr id="25" name="TextBox 24">
            <a:extLst>
              <a:ext uri="{FF2B5EF4-FFF2-40B4-BE49-F238E27FC236}">
                <a16:creationId xmlns:a16="http://schemas.microsoft.com/office/drawing/2014/main" id="{AF90469E-6721-1EBD-BF86-DA1867D5A7A6}"/>
              </a:ext>
            </a:extLst>
          </p:cNvPr>
          <p:cNvSpPr txBox="1"/>
          <p:nvPr/>
        </p:nvSpPr>
        <p:spPr>
          <a:xfrm>
            <a:off x="6231239" y="1698291"/>
            <a:ext cx="4223142" cy="1446550"/>
          </a:xfrm>
          <a:prstGeom prst="rect">
            <a:avLst/>
          </a:prstGeom>
          <a:noFill/>
        </p:spPr>
        <p:txBody>
          <a:bodyPr wrap="square" lIns="91440" tIns="45720" rIns="91440" bIns="45720" rtlCol="0" anchor="t">
            <a:spAutoFit/>
          </a:bodyPr>
          <a:lstStyle/>
          <a:p>
            <a:pPr algn="ctr">
              <a:defRPr/>
            </a:pPr>
            <a:r>
              <a:rPr lang="en-US" sz="1600">
                <a:solidFill>
                  <a:srgbClr val="156082"/>
                </a:solidFill>
                <a:latin typeface="Aptos Display" panose="020F0302020204030204"/>
              </a:rPr>
              <a:t>Fitness Evolution</a:t>
            </a:r>
            <a:endParaRPr kumimoji="0" lang="en-US" sz="1600" b="0" i="0" u="none" strike="noStrike" kern="1200" cap="none" spc="0" normalizeH="0" baseline="0" noProof="0">
              <a:ln>
                <a:noFill/>
              </a:ln>
              <a:solidFill>
                <a:srgbClr val="156082"/>
              </a:solidFill>
              <a:effectLst/>
              <a:uLnTx/>
              <a:uFillTx/>
              <a:latin typeface="Aptos Display" panose="020F0302020204030204"/>
              <a:ea typeface="+mn-ea"/>
              <a:cs typeface="+mn-cs"/>
            </a:endParaRPr>
          </a:p>
          <a:p>
            <a:pPr algn="ctr">
              <a:defRPr/>
            </a:pPr>
            <a:r>
              <a:rPr lang="en-US" sz="1200">
                <a:solidFill>
                  <a:prstClr val="black"/>
                </a:solidFill>
                <a:latin typeface="Aptos" panose="020B0004020202020204"/>
              </a:rPr>
              <a:t>With rising disposable income,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home fitness </a:t>
            </a:r>
            <a:r>
              <a:rPr lang="en-US" sz="1200">
                <a:solidFill>
                  <a:prstClr val="black"/>
                </a:solidFill>
                <a:latin typeface="Aptos" panose="020B0004020202020204"/>
              </a:rPr>
              <a:t>soars, making premium systems essential household items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Companies compete to deliver cutting-edge, AI-driven devices that personalize at-home workouts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Strong economy fuels demand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for </a:t>
            </a:r>
            <a:r>
              <a:rPr lang="en-US" sz="1200">
                <a:solidFill>
                  <a:prstClr val="black"/>
                </a:solidFill>
                <a:latin typeface="Aptos" panose="020B0004020202020204"/>
              </a:rPr>
              <a:t>flexible, tech-enabled fitness, driving market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growth and </a:t>
            </a:r>
            <a:r>
              <a:rPr lang="en-US" sz="1200">
                <a:solidFill>
                  <a:prstClr val="black"/>
                </a:solidFill>
                <a:latin typeface="Aptos" panose="020B0004020202020204"/>
              </a:rPr>
              <a:t>competition</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t>
            </a:r>
            <a:endParaRPr lang="en-US">
              <a:solidFill>
                <a:prstClr val="black"/>
              </a:solidFill>
              <a:ea typeface="+mn-ea"/>
              <a:cs typeface="+mn-cs"/>
            </a:endParaRPr>
          </a:p>
        </p:txBody>
      </p:sp>
      <p:sp>
        <p:nvSpPr>
          <p:cNvPr id="26" name="TextBox 25">
            <a:extLst>
              <a:ext uri="{FF2B5EF4-FFF2-40B4-BE49-F238E27FC236}">
                <a16:creationId xmlns:a16="http://schemas.microsoft.com/office/drawing/2014/main" id="{8B4A93EF-765C-AEDF-670B-8A96E8C75938}"/>
              </a:ext>
            </a:extLst>
          </p:cNvPr>
          <p:cNvSpPr txBox="1"/>
          <p:nvPr/>
        </p:nvSpPr>
        <p:spPr>
          <a:xfrm>
            <a:off x="1463131" y="4268023"/>
            <a:ext cx="3977290" cy="1815882"/>
          </a:xfrm>
          <a:prstGeom prst="rect">
            <a:avLst/>
          </a:prstGeom>
          <a:noFill/>
        </p:spPr>
        <p:txBody>
          <a:bodyPr wrap="square" lIns="91440" tIns="45720" rIns="91440" bIns="45720" rtlCol="0" anchor="ctr">
            <a:spAutoFit/>
          </a:bodyPr>
          <a:lstStyle/>
          <a:p>
            <a:pPr algn="ctr">
              <a:defRPr/>
            </a:pPr>
            <a:r>
              <a:rPr lang="en-US" sz="1600">
                <a:solidFill>
                  <a:srgbClr val="156082"/>
                </a:solidFill>
                <a:latin typeface="Aptos Display" panose="020F0302020204030204"/>
              </a:rPr>
              <a:t>Gym Resurgence</a:t>
            </a:r>
            <a:endParaRPr kumimoji="0" lang="en-US" sz="1600" b="0" i="0" u="none" strike="noStrike" kern="1200" cap="none" spc="0" normalizeH="0" baseline="0" noProof="0">
              <a:ln>
                <a:noFill/>
              </a:ln>
              <a:solidFill>
                <a:srgbClr val="156082"/>
              </a:solidFill>
              <a:effectLst/>
              <a:uLnTx/>
              <a:uFillTx/>
              <a:latin typeface="Aptos Display" panose="020F0302020204030204"/>
              <a:ea typeface="+mn-ea"/>
              <a:cs typeface="+mn-cs"/>
            </a:endParaRPr>
          </a:p>
          <a:p>
            <a:pPr algn="ctr">
              <a:defRPr/>
            </a:pPr>
            <a:r>
              <a:rPr lang="en-US" sz="1200">
                <a:solidFill>
                  <a:prstClr val="black"/>
                </a:solidFill>
                <a:latin typeface="Aptos" panose="020B0004020202020204"/>
              </a:rPr>
              <a:t>Affordable fitness subscriptions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overpower the home fitness solution providers. </a:t>
            </a:r>
            <a:r>
              <a:rPr lang="en-US" sz="1200">
                <a:solidFill>
                  <a:prstClr val="black"/>
                </a:solidFill>
                <a:latin typeface="Aptos" panose="020B0004020202020204"/>
              </a:rPr>
              <a:t>With tighter budgets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consumers rely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on </a:t>
            </a:r>
            <a:r>
              <a:rPr lang="en-US" sz="1200">
                <a:solidFill>
                  <a:prstClr val="black"/>
                </a:solidFill>
                <a:latin typeface="Aptos" panose="020B0004020202020204"/>
              </a:rPr>
              <a:t>flexible memberships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and </a:t>
            </a:r>
            <a:r>
              <a:rPr lang="en-US" sz="1200">
                <a:solidFill>
                  <a:prstClr val="black"/>
                </a:solidFill>
                <a:latin typeface="Aptos" panose="020B0004020202020204"/>
              </a:rPr>
              <a:t>group classes. Companies partner with gyms to integrate budget-friendly tech that supports group exercise. Gyms become essential, community-focused spaces for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fitness and </a:t>
            </a:r>
            <a:r>
              <a:rPr lang="en-US" sz="1200">
                <a:solidFill>
                  <a:prstClr val="black"/>
                </a:solidFill>
                <a:latin typeface="Aptos" panose="020B0004020202020204"/>
              </a:rPr>
              <a:t>social connection.</a:t>
            </a:r>
          </a:p>
          <a:p>
            <a:pPr marL="0" marR="0" lvl="0" indent="0" algn="ctr" defTabSz="914400">
              <a:lnSpc>
                <a:spcPct val="100000"/>
              </a:lnSpc>
              <a:spcBef>
                <a:spcPts val="0"/>
              </a:spcBef>
              <a:spcAft>
                <a:spcPts val="0"/>
              </a:spcAft>
              <a:buClrTx/>
              <a:buSzTx/>
              <a:buFontTx/>
              <a:buNone/>
              <a:tabLst/>
              <a:defRPr/>
            </a:pPr>
            <a:endParaRPr lang="en-US" sz="1200" b="0" i="0" u="none" strike="noStrike" kern="1200" cap="none" spc="0" normalizeH="0" baseline="0" noProof="0">
              <a:ln>
                <a:noFill/>
              </a:ln>
              <a:solidFill>
                <a:prstClr val="black"/>
              </a:solidFill>
              <a:effectLst/>
              <a:uLnTx/>
              <a:uFillTx/>
              <a:latin typeface="Aptos" panose="020B0004020202020204"/>
            </a:endParaRPr>
          </a:p>
        </p:txBody>
      </p:sp>
      <p:sp>
        <p:nvSpPr>
          <p:cNvPr id="27" name="TextBox 26">
            <a:extLst>
              <a:ext uri="{FF2B5EF4-FFF2-40B4-BE49-F238E27FC236}">
                <a16:creationId xmlns:a16="http://schemas.microsoft.com/office/drawing/2014/main" id="{F39AAB54-80A1-B864-1AAE-2985970BDDAC}"/>
              </a:ext>
            </a:extLst>
          </p:cNvPr>
          <p:cNvSpPr txBox="1"/>
          <p:nvPr/>
        </p:nvSpPr>
        <p:spPr>
          <a:xfrm>
            <a:off x="6197871" y="4265763"/>
            <a:ext cx="4231148" cy="181588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defRPr/>
            </a:pPr>
            <a:r>
              <a:rPr lang="en-US" sz="1600">
                <a:solidFill>
                  <a:srgbClr val="156082"/>
                </a:solidFill>
                <a:latin typeface="Aptos Display" panose="020F0302020204030204"/>
              </a:rPr>
              <a:t>Social Workouts</a:t>
            </a:r>
            <a:br>
              <a:rPr lang="en-US" sz="1600" b="0" i="0" u="none" strike="noStrike" kern="1200" cap="none" spc="0" normalizeH="0" baseline="0" noProof="0">
                <a:ln>
                  <a:noFill/>
                </a:ln>
                <a:effectLst/>
                <a:uLnTx/>
                <a:uFillTx/>
                <a:latin typeface="Aptos Display" panose="020F0302020204030204"/>
              </a:rPr>
            </a:br>
            <a:r>
              <a:rPr lang="en-US" sz="1200">
                <a:solidFill>
                  <a:prstClr val="black"/>
                </a:solidFill>
                <a:latin typeface="Aptos" panose="020B0004020202020204"/>
              </a:rPr>
              <a:t>Premium fitness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offerings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see a surge in memberships as people see in- person workouts as a community building experience. At- home fitness equipment become less appealing to the public and pushes the industry to work on</a:t>
            </a:r>
            <a:r>
              <a:rPr lang="en-US" sz="1200">
                <a:solidFill>
                  <a:prstClr val="black"/>
                </a:solidFill>
                <a:latin typeface="Aptos" panose="020B0004020202020204"/>
              </a:rPr>
              <a:t>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offering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 hybrid approach for the health enthusiasts. Increase in disposable income provides room for innovation for the at- home fitness solution providers. </a:t>
            </a:r>
            <a:endParaRPr lang="en-US">
              <a:solidFill>
                <a:prstClr val="black"/>
              </a:solidFil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__fkGroteskNeue_598ab8"/>
              <a:ea typeface="+mn-ea"/>
              <a:cs typeface="+mn-cs"/>
            </a:endParaRPr>
          </a:p>
        </p:txBody>
      </p:sp>
      <p:sp>
        <p:nvSpPr>
          <p:cNvPr id="28" name="TextBox 27">
            <a:extLst>
              <a:ext uri="{FF2B5EF4-FFF2-40B4-BE49-F238E27FC236}">
                <a16:creationId xmlns:a16="http://schemas.microsoft.com/office/drawing/2014/main" id="{EE0D5FB5-2D65-329C-DCE8-A8565B42B0A0}"/>
              </a:ext>
            </a:extLst>
          </p:cNvPr>
          <p:cNvSpPr txBox="1"/>
          <p:nvPr/>
        </p:nvSpPr>
        <p:spPr>
          <a:xfrm>
            <a:off x="1471118" y="1515267"/>
            <a:ext cx="4037184" cy="169277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56082"/>
              </a:solidFill>
              <a:effectLst/>
              <a:uLnTx/>
              <a:uFillTx/>
              <a:latin typeface="Aptos Display" panose="020F0302020204030204"/>
              <a:ea typeface="+mn-ea"/>
              <a:cs typeface="+mn-cs"/>
            </a:endParaRPr>
          </a:p>
          <a:p>
            <a:pPr algn="ctr">
              <a:defRPr/>
            </a:pPr>
            <a:r>
              <a:rPr lang="en-US" sz="1600">
                <a:solidFill>
                  <a:srgbClr val="156082"/>
                </a:solidFill>
                <a:latin typeface="Aptos Display" panose="020F0302020204030204"/>
              </a:rPr>
              <a:t>Affordable Wellness</a:t>
            </a:r>
            <a:br>
              <a:rPr lang="en-US" sz="1600" b="0" i="0" u="none" strike="noStrike" kern="1200" cap="none" spc="0" normalizeH="0" baseline="0" noProof="0">
                <a:ln>
                  <a:noFill/>
                </a:ln>
                <a:effectLst/>
                <a:uLnTx/>
                <a:uFillTx/>
                <a:latin typeface="Aptos Display" panose="020F0302020204030204"/>
              </a:rPr>
            </a:b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With reducing expenditure budget, the fitness industry focuses on providing cost- effective health solutions for the public. People look for more affordable equipment and focus on 'no-equipment' workouts. </a:t>
            </a:r>
            <a:r>
              <a:rPr lang="en-US" sz="1200">
                <a:solidFill>
                  <a:prstClr val="black"/>
                </a:solidFill>
                <a:latin typeface="Aptos" panose="020B0004020202020204"/>
              </a:rPr>
              <a:t>Companies simplify products to essentials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offering durable</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 </a:t>
            </a:r>
            <a:r>
              <a:rPr lang="en-US" sz="1200">
                <a:solidFill>
                  <a:prstClr val="black"/>
                </a:solidFill>
                <a:latin typeface="Aptos" panose="020B0004020202020204"/>
              </a:rPr>
              <a:t>tech-light options </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and </a:t>
            </a:r>
            <a:r>
              <a:rPr lang="en-US" sz="1200">
                <a:solidFill>
                  <a:prstClr val="black"/>
                </a:solidFill>
                <a:latin typeface="Aptos" panose="020B0004020202020204"/>
              </a:rPr>
              <a:t>affordable online programs</a:t>
            </a:r>
            <a:r>
              <a:rPr kumimoji="0" lang="en-US" sz="1200" b="0" i="0" u="none" strike="noStrike" kern="1200" cap="none" spc="0" normalizeH="0" baseline="0" noProof="0">
                <a:ln>
                  <a:noFill/>
                </a:ln>
                <a:solidFill>
                  <a:prstClr val="black"/>
                </a:solidFill>
                <a:effectLst/>
                <a:uLnTx/>
                <a:uFillTx/>
                <a:latin typeface="Aptos" panose="020B0004020202020204"/>
                <a:ea typeface="+mn-ea"/>
                <a:cs typeface="+mn-cs"/>
              </a:rPr>
              <a:t>.</a:t>
            </a:r>
            <a:r>
              <a:rPr lang="en-US" sz="1200">
                <a:solidFill>
                  <a:prstClr val="black"/>
                </a:solidFill>
                <a:latin typeface="Aptos" panose="020B0004020202020204"/>
              </a:rPr>
              <a:t> </a:t>
            </a:r>
            <a:endParaRPr lang="en-US">
              <a:solidFill>
                <a:prstClr val="black"/>
              </a:solidFill>
            </a:endParaRPr>
          </a:p>
        </p:txBody>
      </p:sp>
      <p:sp>
        <p:nvSpPr>
          <p:cNvPr id="29" name="Rectangle 28">
            <a:extLst>
              <a:ext uri="{FF2B5EF4-FFF2-40B4-BE49-F238E27FC236}">
                <a16:creationId xmlns:a16="http://schemas.microsoft.com/office/drawing/2014/main" id="{81F5BE25-0441-27AD-32A0-CE33FA7239C1}"/>
              </a:ext>
            </a:extLst>
          </p:cNvPr>
          <p:cNvSpPr/>
          <p:nvPr/>
        </p:nvSpPr>
        <p:spPr>
          <a:xfrm>
            <a:off x="3383689" y="3595362"/>
            <a:ext cx="2403277"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a:solidFill>
                  <a:prstClr val="white"/>
                </a:solidFill>
                <a:latin typeface="Aptos" panose="020B0004020202020204"/>
              </a:rPr>
              <a:t>CONSUMER PURCHASING    </a:t>
            </a:r>
            <a:endParaRPr lang="en-US" sz="1200" b="0" i="0" u="none" strike="noStrike" kern="1200" cap="none" spc="0" normalizeH="0" baseline="0" noProof="0">
              <a:ln>
                <a:noFill/>
              </a:ln>
              <a:solidFill>
                <a:prstClr val="white"/>
              </a:solidFill>
              <a:effectLst/>
              <a:uLnTx/>
              <a:uFillTx/>
              <a:latin typeface="Aptos" panose="020B0004020202020204"/>
            </a:endParaRPr>
          </a:p>
        </p:txBody>
      </p:sp>
      <p:sp>
        <p:nvSpPr>
          <p:cNvPr id="30" name="Rectangle 29">
            <a:extLst>
              <a:ext uri="{FF2B5EF4-FFF2-40B4-BE49-F238E27FC236}">
                <a16:creationId xmlns:a16="http://schemas.microsoft.com/office/drawing/2014/main" id="{F603464F-B263-CFBB-4FB0-FD20B27A3475}"/>
              </a:ext>
            </a:extLst>
          </p:cNvPr>
          <p:cNvSpPr/>
          <p:nvPr/>
        </p:nvSpPr>
        <p:spPr>
          <a:xfrm rot="16200000">
            <a:off x="3721929" y="3689022"/>
            <a:ext cx="4419184" cy="334547"/>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a:solidFill>
                  <a:prstClr val="white"/>
                </a:solidFill>
                <a:latin typeface="Aptos" panose="020B0004020202020204"/>
              </a:rPr>
              <a:t> FITNESS SOLUTION</a:t>
            </a:r>
            <a:r>
              <a:rPr kumimoji="0" lang="en-US" sz="1200" b="0" i="0" u="none" strike="noStrike" kern="1200" cap="none" spc="0" normalizeH="0" baseline="0" noProof="0">
                <a:ln>
                  <a:noFill/>
                </a:ln>
                <a:solidFill>
                  <a:prstClr val="white"/>
                </a:solidFill>
                <a:effectLst/>
                <a:uLnTx/>
                <a:uFillTx/>
                <a:latin typeface="Aptos" panose="020B0004020202020204"/>
                <a:ea typeface="+mn-ea"/>
                <a:cs typeface="+mn-cs"/>
              </a:rPr>
              <a:t> PREFERENCES</a:t>
            </a:r>
          </a:p>
        </p:txBody>
      </p:sp>
      <p:sp>
        <p:nvSpPr>
          <p:cNvPr id="31" name="Rectangle 30">
            <a:extLst>
              <a:ext uri="{FF2B5EF4-FFF2-40B4-BE49-F238E27FC236}">
                <a16:creationId xmlns:a16="http://schemas.microsoft.com/office/drawing/2014/main" id="{523964CD-310B-5CCE-10BB-DCE2FE12644D}"/>
              </a:ext>
            </a:extLst>
          </p:cNvPr>
          <p:cNvSpPr/>
          <p:nvPr/>
        </p:nvSpPr>
        <p:spPr>
          <a:xfrm>
            <a:off x="6058575" y="3600278"/>
            <a:ext cx="2489563"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a:solidFill>
                  <a:prstClr val="white"/>
                </a:solidFill>
                <a:latin typeface="Aptos" panose="020B0004020202020204"/>
              </a:rPr>
              <a:t>POWER FOR FITNESS SOLUTIONS</a:t>
            </a:r>
            <a:endParaRPr kumimoji="0" lang="en-US" sz="12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2" name="TextBox 31">
            <a:extLst>
              <a:ext uri="{FF2B5EF4-FFF2-40B4-BE49-F238E27FC236}">
                <a16:creationId xmlns:a16="http://schemas.microsoft.com/office/drawing/2014/main" id="{C8542E85-C242-9FDC-CF1B-2B8399CAABA4}"/>
              </a:ext>
            </a:extLst>
          </p:cNvPr>
          <p:cNvSpPr txBox="1"/>
          <p:nvPr/>
        </p:nvSpPr>
        <p:spPr>
          <a:xfrm>
            <a:off x="-548687" y="3509295"/>
            <a:ext cx="2403278" cy="523220"/>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Economic Pressure </a:t>
            </a:r>
            <a:r>
              <a:rPr kumimoji="0" lang="en-US" sz="1400" b="0" i="0" u="none" strike="noStrike" kern="1200" cap="none" spc="0" normalizeH="0" baseline="0" noProof="0">
                <a:ln>
                  <a:noFill/>
                </a:ln>
                <a:solidFill>
                  <a:srgbClr val="FF0000"/>
                </a:solidFill>
                <a:effectLst/>
                <a:uLnTx/>
                <a:uFillTx/>
                <a:latin typeface="Aptos" panose="020B0004020202020204"/>
                <a:ea typeface="+mn-ea"/>
                <a:cs typeface="+mn-cs"/>
              </a:rPr>
              <a:t>Increases</a:t>
            </a:r>
          </a:p>
        </p:txBody>
      </p:sp>
      <p:sp>
        <p:nvSpPr>
          <p:cNvPr id="4" name="TextBox 3">
            <a:extLst>
              <a:ext uri="{FF2B5EF4-FFF2-40B4-BE49-F238E27FC236}">
                <a16:creationId xmlns:a16="http://schemas.microsoft.com/office/drawing/2014/main" id="{CA2D8A56-F048-EEC5-7808-B87B2DD83D1E}"/>
              </a:ext>
            </a:extLst>
          </p:cNvPr>
          <p:cNvSpPr txBox="1"/>
          <p:nvPr/>
        </p:nvSpPr>
        <p:spPr>
          <a:xfrm>
            <a:off x="10456137" y="6473798"/>
            <a:ext cx="254655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Timeline : 6 years</a:t>
            </a:r>
          </a:p>
        </p:txBody>
      </p:sp>
      <p:sp>
        <p:nvSpPr>
          <p:cNvPr id="5" name="TextBox 4">
            <a:extLst>
              <a:ext uri="{FF2B5EF4-FFF2-40B4-BE49-F238E27FC236}">
                <a16:creationId xmlns:a16="http://schemas.microsoft.com/office/drawing/2014/main" id="{A6BF6E0A-F516-9DEE-27D1-EE9148006B3F}"/>
              </a:ext>
            </a:extLst>
          </p:cNvPr>
          <p:cNvSpPr txBox="1"/>
          <p:nvPr/>
        </p:nvSpPr>
        <p:spPr>
          <a:xfrm>
            <a:off x="220819" y="110409"/>
            <a:ext cx="11703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As budgets tighten, the fitness industry pivots to affordable options and social gym memberships, while rising disposable incomes drive innovation in premium home fitness tech, blending communal and at-home workouts</a:t>
            </a:r>
            <a:endParaRPr lang="en-US" b="1" dirty="0">
              <a:ea typeface="Calibri"/>
              <a:cs typeface="Calibri"/>
            </a:endParaRPr>
          </a:p>
        </p:txBody>
      </p:sp>
      <p:sp>
        <p:nvSpPr>
          <p:cNvPr id="2" name="Rectangle: Rounded Corners 1">
            <a:extLst>
              <a:ext uri="{FF2B5EF4-FFF2-40B4-BE49-F238E27FC236}">
                <a16:creationId xmlns:a16="http://schemas.microsoft.com/office/drawing/2014/main" id="{7AE08CAA-65E5-E998-4D7D-9104AB061F8B}"/>
              </a:ext>
            </a:extLst>
          </p:cNvPr>
          <p:cNvSpPr/>
          <p:nvPr/>
        </p:nvSpPr>
        <p:spPr>
          <a:xfrm>
            <a:off x="6240720" y="1386836"/>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Rectangle: Rounded Corners 7">
            <a:extLst>
              <a:ext uri="{FF2B5EF4-FFF2-40B4-BE49-F238E27FC236}">
                <a16:creationId xmlns:a16="http://schemas.microsoft.com/office/drawing/2014/main" id="{041674EB-5DCF-83CB-1857-584EADE60D36}"/>
              </a:ext>
            </a:extLst>
          </p:cNvPr>
          <p:cNvSpPr/>
          <p:nvPr/>
        </p:nvSpPr>
        <p:spPr>
          <a:xfrm>
            <a:off x="1392390" y="1386836"/>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Rectangle: Rounded Corners 8">
            <a:extLst>
              <a:ext uri="{FF2B5EF4-FFF2-40B4-BE49-F238E27FC236}">
                <a16:creationId xmlns:a16="http://schemas.microsoft.com/office/drawing/2014/main" id="{745F4B50-57C6-3103-A123-2FECF8ABA5B8}"/>
              </a:ext>
            </a:extLst>
          </p:cNvPr>
          <p:cNvSpPr/>
          <p:nvPr/>
        </p:nvSpPr>
        <p:spPr>
          <a:xfrm>
            <a:off x="1392390" y="4108265"/>
            <a:ext cx="4188491" cy="206896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Tree>
    <p:extLst>
      <p:ext uri="{BB962C8B-B14F-4D97-AF65-F5344CB8AC3E}">
        <p14:creationId xmlns:p14="http://schemas.microsoft.com/office/powerpoint/2010/main" val="96205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A17F08D-BF1F-1215-2362-4BDEDA913E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6BF6E0A-F516-9DEE-27D1-EE9148006B3F}"/>
              </a:ext>
            </a:extLst>
          </p:cNvPr>
          <p:cNvSpPr txBox="1"/>
          <p:nvPr/>
        </p:nvSpPr>
        <p:spPr>
          <a:xfrm>
            <a:off x="245940" y="118782"/>
            <a:ext cx="11703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In the evolving fitness tech market, established brands will expand offerings, innovative startups will focus on AI personalization, and tech giants may enter with integrated health ecosystems</a:t>
            </a:r>
            <a:endParaRPr lang="en-US" b="1" dirty="0">
              <a:cs typeface="Calibri"/>
            </a:endParaRPr>
          </a:p>
        </p:txBody>
      </p:sp>
      <p:sp>
        <p:nvSpPr>
          <p:cNvPr id="3" name="AutoShape 3">
            <a:extLst>
              <a:ext uri="{FF2B5EF4-FFF2-40B4-BE49-F238E27FC236}">
                <a16:creationId xmlns:a16="http://schemas.microsoft.com/office/drawing/2014/main" id="{D4068431-1276-E26D-6FE9-554411E00EB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cxnSp>
        <p:nvCxnSpPr>
          <p:cNvPr id="20" name="Straight Arrow Connector 19">
            <a:extLst>
              <a:ext uri="{FF2B5EF4-FFF2-40B4-BE49-F238E27FC236}">
                <a16:creationId xmlns:a16="http://schemas.microsoft.com/office/drawing/2014/main" id="{DBE4142C-7E39-E5A4-826A-542A4B6D6131}"/>
              </a:ext>
            </a:extLst>
          </p:cNvPr>
          <p:cNvCxnSpPr>
            <a:cxnSpLocks/>
          </p:cNvCxnSpPr>
          <p:nvPr/>
        </p:nvCxnSpPr>
        <p:spPr>
          <a:xfrm>
            <a:off x="1898126" y="3772340"/>
            <a:ext cx="780097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CE8B6F9-A86E-7397-3564-AC0F5B0D0763}"/>
              </a:ext>
            </a:extLst>
          </p:cNvPr>
          <p:cNvCxnSpPr>
            <a:cxnSpLocks/>
          </p:cNvCxnSpPr>
          <p:nvPr/>
        </p:nvCxnSpPr>
        <p:spPr>
          <a:xfrm>
            <a:off x="5923895" y="1262798"/>
            <a:ext cx="0" cy="519905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7BB0188-2E53-0CA9-8871-F4FAB2BB67A6}"/>
              </a:ext>
            </a:extLst>
          </p:cNvPr>
          <p:cNvSpPr txBox="1"/>
          <p:nvPr/>
        </p:nvSpPr>
        <p:spPr>
          <a:xfrm>
            <a:off x="9796801" y="3509295"/>
            <a:ext cx="2138568" cy="52322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Economic Pressure </a:t>
            </a:r>
            <a:r>
              <a:rPr kumimoji="0" lang="en-US" sz="1400" b="0" i="0" u="none" strike="noStrike" kern="1200" cap="none" spc="0" normalizeH="0" baseline="0" noProof="0">
                <a:ln>
                  <a:noFill/>
                </a:ln>
                <a:solidFill>
                  <a:srgbClr val="196B24">
                    <a:lumMod val="60000"/>
                    <a:lumOff val="40000"/>
                  </a:srgbClr>
                </a:solidFill>
                <a:effectLst/>
                <a:uLnTx/>
                <a:uFillTx/>
                <a:latin typeface="Aptos" panose="020B0004020202020204"/>
                <a:ea typeface="+mn-ea"/>
                <a:cs typeface="+mn-cs"/>
              </a:rPr>
              <a:t>Decreases</a:t>
            </a:r>
          </a:p>
        </p:txBody>
      </p:sp>
      <p:sp>
        <p:nvSpPr>
          <p:cNvPr id="23" name="TextBox 22">
            <a:extLst>
              <a:ext uri="{FF2B5EF4-FFF2-40B4-BE49-F238E27FC236}">
                <a16:creationId xmlns:a16="http://schemas.microsoft.com/office/drawing/2014/main" id="{D3AC6CD4-FE2C-6012-D07E-E2683F513672}"/>
              </a:ext>
            </a:extLst>
          </p:cNvPr>
          <p:cNvSpPr txBox="1"/>
          <p:nvPr/>
        </p:nvSpPr>
        <p:spPr>
          <a:xfrm>
            <a:off x="4661130" y="856066"/>
            <a:ext cx="2571790"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0B0004020202020204"/>
                <a:ea typeface="+mn-ea"/>
                <a:cs typeface="+mn-cs"/>
              </a:rPr>
              <a:t>Home fitness solutions </a:t>
            </a:r>
            <a:r>
              <a:rPr kumimoji="0" lang="en-US" sz="1400" b="0" i="0" u="none" strike="noStrike" kern="1200" cap="none" spc="0" normalizeH="0" baseline="0" noProof="0" dirty="0">
                <a:ln>
                  <a:noFill/>
                </a:ln>
                <a:solidFill>
                  <a:srgbClr val="196B24"/>
                </a:solidFill>
                <a:effectLst/>
                <a:uLnTx/>
                <a:uFillTx/>
                <a:latin typeface="Aptos" panose="020B0004020202020204"/>
                <a:ea typeface="+mn-ea"/>
                <a:cs typeface="+mn-cs"/>
              </a:rPr>
              <a:t>Valued</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70537B23-F028-2A44-0251-A18A4DE9C464}"/>
              </a:ext>
            </a:extLst>
          </p:cNvPr>
          <p:cNvSpPr txBox="1"/>
          <p:nvPr/>
        </p:nvSpPr>
        <p:spPr>
          <a:xfrm>
            <a:off x="4539180" y="6469670"/>
            <a:ext cx="3058615"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0B0004020202020204"/>
                <a:ea typeface="+mn-ea"/>
                <a:cs typeface="+mn-cs"/>
              </a:rPr>
              <a:t>Home fitness solutions </a:t>
            </a:r>
            <a:r>
              <a:rPr kumimoji="0" lang="en-US" sz="1400" b="0" i="0" u="none" strike="noStrike" kern="1200" cap="none" spc="0" normalizeH="0" baseline="0" noProof="0" dirty="0">
                <a:ln>
                  <a:noFill/>
                </a:ln>
                <a:solidFill>
                  <a:srgbClr val="FF0000"/>
                </a:solidFill>
                <a:effectLst/>
                <a:uLnTx/>
                <a:uFillTx/>
                <a:latin typeface="Aptos" panose="020B0004020202020204"/>
                <a:ea typeface="+mn-ea"/>
                <a:cs typeface="+mn-cs"/>
              </a:rPr>
              <a:t>Disfavored</a:t>
            </a:r>
          </a:p>
        </p:txBody>
      </p:sp>
      <p:sp>
        <p:nvSpPr>
          <p:cNvPr id="29" name="Rectangle 28">
            <a:extLst>
              <a:ext uri="{FF2B5EF4-FFF2-40B4-BE49-F238E27FC236}">
                <a16:creationId xmlns:a16="http://schemas.microsoft.com/office/drawing/2014/main" id="{81F5BE25-0441-27AD-32A0-CE33FA7239C1}"/>
              </a:ext>
            </a:extLst>
          </p:cNvPr>
          <p:cNvSpPr/>
          <p:nvPr/>
        </p:nvSpPr>
        <p:spPr>
          <a:xfrm>
            <a:off x="3383257" y="3595362"/>
            <a:ext cx="2403277"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a:solidFill>
                  <a:prstClr val="white"/>
                </a:solidFill>
                <a:latin typeface="Aptos" panose="020B0004020202020204"/>
              </a:rPr>
              <a:t>CONSUMER PURCHASING    </a:t>
            </a:r>
            <a:endParaRPr lang="en-US" sz="1200" b="0" i="0" u="none" strike="noStrike" kern="1200" cap="none" spc="0" normalizeH="0" baseline="0" noProof="0">
              <a:ln>
                <a:noFill/>
              </a:ln>
              <a:solidFill>
                <a:prstClr val="white"/>
              </a:solidFill>
              <a:effectLst/>
              <a:uLnTx/>
              <a:uFillTx/>
              <a:latin typeface="Aptos" panose="020B0004020202020204"/>
            </a:endParaRPr>
          </a:p>
        </p:txBody>
      </p:sp>
      <p:sp>
        <p:nvSpPr>
          <p:cNvPr id="31" name="Rectangle 30">
            <a:extLst>
              <a:ext uri="{FF2B5EF4-FFF2-40B4-BE49-F238E27FC236}">
                <a16:creationId xmlns:a16="http://schemas.microsoft.com/office/drawing/2014/main" id="{523964CD-310B-5CCE-10BB-DCE2FE12644D}"/>
              </a:ext>
            </a:extLst>
          </p:cNvPr>
          <p:cNvSpPr/>
          <p:nvPr/>
        </p:nvSpPr>
        <p:spPr>
          <a:xfrm>
            <a:off x="6059871" y="3600278"/>
            <a:ext cx="2489563" cy="338328"/>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dirty="0">
                <a:solidFill>
                  <a:prstClr val="white"/>
                </a:solidFill>
                <a:latin typeface="Aptos" panose="020B0004020202020204"/>
              </a:rPr>
              <a:t>POWER FOR FITNESS SOLUTIONS</a:t>
            </a:r>
            <a:endParaRPr kumimoji="0" lang="en-US" sz="12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32" name="TextBox 31">
            <a:extLst>
              <a:ext uri="{FF2B5EF4-FFF2-40B4-BE49-F238E27FC236}">
                <a16:creationId xmlns:a16="http://schemas.microsoft.com/office/drawing/2014/main" id="{C8542E85-C242-9FDC-CF1B-2B8399CAABA4}"/>
              </a:ext>
            </a:extLst>
          </p:cNvPr>
          <p:cNvSpPr txBox="1"/>
          <p:nvPr/>
        </p:nvSpPr>
        <p:spPr>
          <a:xfrm>
            <a:off x="-548687" y="3509295"/>
            <a:ext cx="2403278" cy="523220"/>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ptos" panose="020B0004020202020204"/>
                <a:ea typeface="+mn-ea"/>
                <a:cs typeface="+mn-cs"/>
              </a:rPr>
              <a:t>Economic Pressure </a:t>
            </a:r>
            <a:r>
              <a:rPr kumimoji="0" lang="en-US" sz="1400" b="0" i="0" u="none" strike="noStrike" kern="1200" cap="none" spc="0" normalizeH="0" baseline="0" noProof="0">
                <a:ln>
                  <a:noFill/>
                </a:ln>
                <a:solidFill>
                  <a:srgbClr val="FF0000"/>
                </a:solidFill>
                <a:effectLst/>
                <a:uLnTx/>
                <a:uFillTx/>
                <a:latin typeface="Aptos" panose="020B0004020202020204"/>
                <a:ea typeface="+mn-ea"/>
                <a:cs typeface="+mn-cs"/>
              </a:rPr>
              <a:t>Increases</a:t>
            </a:r>
          </a:p>
        </p:txBody>
      </p:sp>
      <p:sp>
        <p:nvSpPr>
          <p:cNvPr id="4" name="TextBox 3">
            <a:extLst>
              <a:ext uri="{FF2B5EF4-FFF2-40B4-BE49-F238E27FC236}">
                <a16:creationId xmlns:a16="http://schemas.microsoft.com/office/drawing/2014/main" id="{CA2D8A56-F048-EEC5-7808-B87B2DD83D1E}"/>
              </a:ext>
            </a:extLst>
          </p:cNvPr>
          <p:cNvSpPr txBox="1"/>
          <p:nvPr/>
        </p:nvSpPr>
        <p:spPr>
          <a:xfrm>
            <a:off x="10456137" y="6473798"/>
            <a:ext cx="254655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ptos" panose="020B0004020202020204"/>
                <a:ea typeface="+mn-ea"/>
                <a:cs typeface="+mn-cs"/>
              </a:rPr>
              <a:t>Timeline : 6 years</a:t>
            </a:r>
          </a:p>
        </p:txBody>
      </p:sp>
      <p:graphicFrame>
        <p:nvGraphicFramePr>
          <p:cNvPr id="13" name="Table 12">
            <a:extLst>
              <a:ext uri="{FF2B5EF4-FFF2-40B4-BE49-F238E27FC236}">
                <a16:creationId xmlns:a16="http://schemas.microsoft.com/office/drawing/2014/main" id="{C8471D0B-7841-F08C-A7A0-21B251561747}"/>
              </a:ext>
            </a:extLst>
          </p:cNvPr>
          <p:cNvGraphicFramePr>
            <a:graphicFrameLocks noGrp="1"/>
          </p:cNvGraphicFramePr>
          <p:nvPr>
            <p:extLst>
              <p:ext uri="{D42A27DB-BD31-4B8C-83A1-F6EECF244321}">
                <p14:modId xmlns:p14="http://schemas.microsoft.com/office/powerpoint/2010/main" val="3089733839"/>
              </p:ext>
            </p:extLst>
          </p:nvPr>
        </p:nvGraphicFramePr>
        <p:xfrm>
          <a:off x="6204857" y="1423516"/>
          <a:ext cx="5791026" cy="1996366"/>
        </p:xfrm>
        <a:graphic>
          <a:graphicData uri="http://schemas.openxmlformats.org/drawingml/2006/table">
            <a:tbl>
              <a:tblPr bandRow="1">
                <a:tableStyleId>{5C22544A-7EE6-4342-B048-85BDC9FD1C3A}</a:tableStyleId>
              </a:tblPr>
              <a:tblGrid>
                <a:gridCol w="1930342">
                  <a:extLst>
                    <a:ext uri="{9D8B030D-6E8A-4147-A177-3AD203B41FA5}">
                      <a16:colId xmlns:a16="http://schemas.microsoft.com/office/drawing/2014/main" val="3485355177"/>
                    </a:ext>
                  </a:extLst>
                </a:gridCol>
                <a:gridCol w="1930342">
                  <a:extLst>
                    <a:ext uri="{9D8B030D-6E8A-4147-A177-3AD203B41FA5}">
                      <a16:colId xmlns:a16="http://schemas.microsoft.com/office/drawing/2014/main" val="1332525590"/>
                    </a:ext>
                  </a:extLst>
                </a:gridCol>
                <a:gridCol w="1930342">
                  <a:extLst>
                    <a:ext uri="{9D8B030D-6E8A-4147-A177-3AD203B41FA5}">
                      <a16:colId xmlns:a16="http://schemas.microsoft.com/office/drawing/2014/main" val="2169068534"/>
                    </a:ext>
                  </a:extLst>
                </a:gridCol>
              </a:tblGrid>
              <a:tr h="319417">
                <a:tc>
                  <a:txBody>
                    <a:bodyPr/>
                    <a:lstStyle/>
                    <a:p>
                      <a:pPr algn="ctr"/>
                      <a:r>
                        <a:rPr lang="en-US" sz="1100" b="1"/>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76949">
                <a:tc>
                  <a:txBody>
                    <a:bodyPr/>
                    <a:lstStyle/>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r>
                        <a:rPr lang="en-US" sz="1100" b="0" i="0" u="none" strike="noStrike" noProof="0" dirty="0">
                          <a:latin typeface="Calibri"/>
                        </a:rPr>
                        <a:t>Peloton: Expand product line to include strength training equipment.</a:t>
                      </a:r>
                      <a:endParaRPr lang="en-US" sz="1100" dirty="0"/>
                    </a:p>
                    <a:p>
                      <a:pPr marL="0" lvl="0" indent="0" algn="l">
                        <a:lnSpc>
                          <a:spcPct val="100000"/>
                        </a:lnSpc>
                        <a:spcBef>
                          <a:spcPts val="0"/>
                        </a:spcBef>
                        <a:spcAft>
                          <a:spcPts val="0"/>
                        </a:spcAft>
                        <a:buNone/>
                      </a:pPr>
                      <a:r>
                        <a:rPr lang="en-US" sz="1100" b="0" i="0" u="none" strike="noStrike" noProof="0" dirty="0">
                          <a:latin typeface="Calibri"/>
                        </a:rPr>
                        <a:t>NordicTrack: Integrate advanced AI for personalized workout experiences.</a:t>
                      </a:r>
                      <a:endParaRPr lang="en-US" sz="1100" dirty="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r>
                        <a:rPr lang="en-US" sz="1100" b="0" i="0" u="none" strike="noStrike" noProof="0">
                          <a:latin typeface="Calibri"/>
                        </a:rPr>
                        <a:t>Tempo Studio: Enhance AI-driven feedback for more precise form correction.</a:t>
                      </a:r>
                      <a:endParaRPr lang="en-US" sz="1100"/>
                    </a:p>
                    <a:p>
                      <a:pPr marL="0" lvl="0" indent="0" algn="l">
                        <a:lnSpc>
                          <a:spcPct val="100000"/>
                        </a:lnSpc>
                        <a:spcBef>
                          <a:spcPts val="0"/>
                        </a:spcBef>
                        <a:spcAft>
                          <a:spcPts val="0"/>
                        </a:spcAft>
                        <a:buNone/>
                      </a:pPr>
                      <a:r>
                        <a:rPr lang="en-US" sz="1100" b="0" i="0" u="none" strike="noStrike" noProof="0">
                          <a:latin typeface="Calibri"/>
                        </a:rPr>
                        <a:t>HydroRower: Develop hybrid rowing-strength training machines.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r>
                        <a:rPr lang="en-US" sz="1100" b="0" i="0" u="none" strike="noStrike" noProof="0" dirty="0">
                          <a:latin typeface="Calibri"/>
                        </a:rPr>
                        <a:t>Apple: Launch comprehensive fitness ecosystem integrating wearables.</a:t>
                      </a:r>
                      <a:endParaRPr lang="en-US" sz="1100" dirty="0"/>
                    </a:p>
                    <a:p>
                      <a:pPr marL="0" lvl="0" indent="0" algn="l">
                        <a:lnSpc>
                          <a:spcPct val="100000"/>
                        </a:lnSpc>
                        <a:spcBef>
                          <a:spcPts val="0"/>
                        </a:spcBef>
                        <a:spcAft>
                          <a:spcPts val="0"/>
                        </a:spcAft>
                        <a:buNone/>
                      </a:pPr>
                      <a:r>
                        <a:rPr lang="en-US" sz="1100" b="0" i="0" u="none" strike="noStrike" noProof="0" dirty="0">
                          <a:latin typeface="Calibri"/>
                        </a:rPr>
                        <a:t>Google Fitbit: Partner with equipment manufacturers to create AI-powered solutions.</a:t>
                      </a:r>
                      <a:endParaRPr lang="en-US" sz="1100" dirty="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pic>
        <p:nvPicPr>
          <p:cNvPr id="15" name="Picture 14" descr="Peloton Logo | SVG | Real Company | Alphabet, Letter P Logo">
            <a:extLst>
              <a:ext uri="{FF2B5EF4-FFF2-40B4-BE49-F238E27FC236}">
                <a16:creationId xmlns:a16="http://schemas.microsoft.com/office/drawing/2014/main" id="{4B620D63-8A9A-77A0-9EA5-7AC9C14D044B}"/>
              </a:ext>
            </a:extLst>
          </p:cNvPr>
          <p:cNvPicPr>
            <a:picLocks noChangeAspect="1"/>
          </p:cNvPicPr>
          <p:nvPr/>
        </p:nvPicPr>
        <p:blipFill>
          <a:blip r:embed="rId2"/>
          <a:stretch>
            <a:fillRect/>
          </a:stretch>
        </p:blipFill>
        <p:spPr>
          <a:xfrm>
            <a:off x="6471138" y="1817355"/>
            <a:ext cx="406400" cy="406400"/>
          </a:xfrm>
          <a:prstGeom prst="rect">
            <a:avLst/>
          </a:prstGeom>
        </p:spPr>
      </p:pic>
      <p:pic>
        <p:nvPicPr>
          <p:cNvPr id="17" name="Picture 16" descr="Tempo | San Francisco CA">
            <a:extLst>
              <a:ext uri="{FF2B5EF4-FFF2-40B4-BE49-F238E27FC236}">
                <a16:creationId xmlns:a16="http://schemas.microsoft.com/office/drawing/2014/main" id="{FB0A70CF-145D-46A2-318F-49784EDA4E8F}"/>
              </a:ext>
            </a:extLst>
          </p:cNvPr>
          <p:cNvPicPr>
            <a:picLocks noChangeAspect="1"/>
          </p:cNvPicPr>
          <p:nvPr/>
        </p:nvPicPr>
        <p:blipFill>
          <a:blip r:embed="rId3"/>
          <a:stretch>
            <a:fillRect/>
          </a:stretch>
        </p:blipFill>
        <p:spPr>
          <a:xfrm>
            <a:off x="8609464" y="1852229"/>
            <a:ext cx="379640" cy="408668"/>
          </a:xfrm>
          <a:prstGeom prst="rect">
            <a:avLst/>
          </a:prstGeom>
        </p:spPr>
      </p:pic>
      <p:pic>
        <p:nvPicPr>
          <p:cNvPr id="33" name="Picture 32" descr="Apple Logo and symbol, meaning, history ...">
            <a:extLst>
              <a:ext uri="{FF2B5EF4-FFF2-40B4-BE49-F238E27FC236}">
                <a16:creationId xmlns:a16="http://schemas.microsoft.com/office/drawing/2014/main" id="{2EE272DA-B67E-D616-3210-146E416CCC8E}"/>
              </a:ext>
            </a:extLst>
          </p:cNvPr>
          <p:cNvPicPr>
            <a:picLocks noChangeAspect="1"/>
          </p:cNvPicPr>
          <p:nvPr/>
        </p:nvPicPr>
        <p:blipFill>
          <a:blip r:embed="rId4"/>
          <a:stretch>
            <a:fillRect/>
          </a:stretch>
        </p:blipFill>
        <p:spPr>
          <a:xfrm>
            <a:off x="10320565" y="1884206"/>
            <a:ext cx="578757" cy="337458"/>
          </a:xfrm>
          <a:prstGeom prst="rect">
            <a:avLst/>
          </a:prstGeom>
        </p:spPr>
      </p:pic>
      <p:pic>
        <p:nvPicPr>
          <p:cNvPr id="35" name="Picture 34" descr="Fitbit Logo, symbol, meaning, history ...">
            <a:extLst>
              <a:ext uri="{FF2B5EF4-FFF2-40B4-BE49-F238E27FC236}">
                <a16:creationId xmlns:a16="http://schemas.microsoft.com/office/drawing/2014/main" id="{CFF5E8F0-D12C-8ED7-73AB-2EB2782842CA}"/>
              </a:ext>
            </a:extLst>
          </p:cNvPr>
          <p:cNvPicPr>
            <a:picLocks noChangeAspect="1"/>
          </p:cNvPicPr>
          <p:nvPr/>
        </p:nvPicPr>
        <p:blipFill>
          <a:blip r:embed="rId5"/>
          <a:stretch>
            <a:fillRect/>
          </a:stretch>
        </p:blipFill>
        <p:spPr>
          <a:xfrm>
            <a:off x="10930166" y="1884206"/>
            <a:ext cx="622300" cy="315686"/>
          </a:xfrm>
          <a:prstGeom prst="rect">
            <a:avLst/>
          </a:prstGeom>
        </p:spPr>
      </p:pic>
      <p:pic>
        <p:nvPicPr>
          <p:cNvPr id="37" name="Picture 36" descr="Hydrow">
            <a:extLst>
              <a:ext uri="{FF2B5EF4-FFF2-40B4-BE49-F238E27FC236}">
                <a16:creationId xmlns:a16="http://schemas.microsoft.com/office/drawing/2014/main" id="{2DF3B045-5F00-C538-C9E7-D2C3B49D82FF}"/>
              </a:ext>
            </a:extLst>
          </p:cNvPr>
          <p:cNvPicPr>
            <a:picLocks noChangeAspect="1"/>
          </p:cNvPicPr>
          <p:nvPr/>
        </p:nvPicPr>
        <p:blipFill>
          <a:blip r:embed="rId6"/>
          <a:stretch>
            <a:fillRect/>
          </a:stretch>
        </p:blipFill>
        <p:spPr>
          <a:xfrm>
            <a:off x="9052153" y="1844974"/>
            <a:ext cx="401410" cy="415924"/>
          </a:xfrm>
          <a:prstGeom prst="rect">
            <a:avLst/>
          </a:prstGeom>
        </p:spPr>
      </p:pic>
      <p:pic>
        <p:nvPicPr>
          <p:cNvPr id="39" name="Picture 38" descr="NordicTrack | Logopedia | Fandom">
            <a:extLst>
              <a:ext uri="{FF2B5EF4-FFF2-40B4-BE49-F238E27FC236}">
                <a16:creationId xmlns:a16="http://schemas.microsoft.com/office/drawing/2014/main" id="{EA2155F6-2CC9-CE7A-CEFD-D3E4E0D1FFF2}"/>
              </a:ext>
            </a:extLst>
          </p:cNvPr>
          <p:cNvPicPr>
            <a:picLocks noChangeAspect="1"/>
          </p:cNvPicPr>
          <p:nvPr/>
        </p:nvPicPr>
        <p:blipFill>
          <a:blip r:embed="rId7"/>
          <a:stretch>
            <a:fillRect/>
          </a:stretch>
        </p:blipFill>
        <p:spPr>
          <a:xfrm>
            <a:off x="6923367" y="1833285"/>
            <a:ext cx="907597" cy="309790"/>
          </a:xfrm>
          <a:prstGeom prst="rect">
            <a:avLst/>
          </a:prstGeom>
        </p:spPr>
      </p:pic>
      <p:sp>
        <p:nvSpPr>
          <p:cNvPr id="41" name="TextBox 40">
            <a:extLst>
              <a:ext uri="{FF2B5EF4-FFF2-40B4-BE49-F238E27FC236}">
                <a16:creationId xmlns:a16="http://schemas.microsoft.com/office/drawing/2014/main" id="{1F2D8989-5269-E012-04FB-941B4729F89D}"/>
              </a:ext>
            </a:extLst>
          </p:cNvPr>
          <p:cNvSpPr txBox="1"/>
          <p:nvPr/>
        </p:nvSpPr>
        <p:spPr>
          <a:xfrm>
            <a:off x="6219362" y="1081393"/>
            <a:ext cx="5787655" cy="461665"/>
          </a:xfrm>
          <a:prstGeom prst="rect">
            <a:avLst/>
          </a:prstGeom>
          <a:noFill/>
        </p:spPr>
        <p:txBody>
          <a:bodyPr wrap="square" lIns="91440" tIns="45720" rIns="91440" bIns="45720" rtlCol="0" anchor="t">
            <a:spAutoFit/>
          </a:bodyPr>
          <a:lstStyle/>
          <a:p>
            <a:pPr algn="ctr">
              <a:defRPr/>
            </a:pPr>
            <a:r>
              <a:rPr lang="en-US" sz="1400" b="1">
                <a:latin typeface="Aptos"/>
              </a:rPr>
              <a:t>Incumbents grow, Insurgents transform, </a:t>
            </a:r>
            <a:r>
              <a:rPr lang="en-US" sz="1400" b="1" err="1">
                <a:latin typeface="Aptos"/>
              </a:rPr>
              <a:t>Adjacents</a:t>
            </a:r>
            <a:r>
              <a:rPr lang="en-US" sz="1400" b="1">
                <a:latin typeface="Aptos"/>
              </a:rPr>
              <a:t> expand offerings</a:t>
            </a:r>
            <a:br>
              <a:rPr lang="en-US" sz="1400" b="1">
                <a:latin typeface="Aptos"/>
              </a:rPr>
            </a:br>
            <a:endParaRPr lang="en-US" sz="1000"/>
          </a:p>
        </p:txBody>
      </p:sp>
      <p:graphicFrame>
        <p:nvGraphicFramePr>
          <p:cNvPr id="43" name="Table 42">
            <a:extLst>
              <a:ext uri="{FF2B5EF4-FFF2-40B4-BE49-F238E27FC236}">
                <a16:creationId xmlns:a16="http://schemas.microsoft.com/office/drawing/2014/main" id="{89D45AE5-0223-56C8-F81C-28AF62F3FC9C}"/>
              </a:ext>
            </a:extLst>
          </p:cNvPr>
          <p:cNvGraphicFramePr>
            <a:graphicFrameLocks noGrp="1"/>
          </p:cNvGraphicFramePr>
          <p:nvPr>
            <p:extLst>
              <p:ext uri="{D42A27DB-BD31-4B8C-83A1-F6EECF244321}">
                <p14:modId xmlns:p14="http://schemas.microsoft.com/office/powerpoint/2010/main" val="3392650610"/>
              </p:ext>
            </p:extLst>
          </p:nvPr>
        </p:nvGraphicFramePr>
        <p:xfrm>
          <a:off x="6218812" y="4298460"/>
          <a:ext cx="5773866" cy="2061623"/>
        </p:xfrm>
        <a:graphic>
          <a:graphicData uri="http://schemas.openxmlformats.org/drawingml/2006/table">
            <a:tbl>
              <a:tblPr bandRow="1">
                <a:tableStyleId>{5C22544A-7EE6-4342-B048-85BDC9FD1C3A}</a:tableStyleId>
              </a:tblPr>
              <a:tblGrid>
                <a:gridCol w="1924622">
                  <a:extLst>
                    <a:ext uri="{9D8B030D-6E8A-4147-A177-3AD203B41FA5}">
                      <a16:colId xmlns:a16="http://schemas.microsoft.com/office/drawing/2014/main" val="3485355177"/>
                    </a:ext>
                  </a:extLst>
                </a:gridCol>
                <a:gridCol w="1924622">
                  <a:extLst>
                    <a:ext uri="{9D8B030D-6E8A-4147-A177-3AD203B41FA5}">
                      <a16:colId xmlns:a16="http://schemas.microsoft.com/office/drawing/2014/main" val="1332525590"/>
                    </a:ext>
                  </a:extLst>
                </a:gridCol>
                <a:gridCol w="1924622">
                  <a:extLst>
                    <a:ext uri="{9D8B030D-6E8A-4147-A177-3AD203B41FA5}">
                      <a16:colId xmlns:a16="http://schemas.microsoft.com/office/drawing/2014/main" val="2169068534"/>
                    </a:ext>
                  </a:extLst>
                </a:gridCol>
              </a:tblGrid>
              <a:tr h="293783">
                <a:tc>
                  <a:txBody>
                    <a:bodyPr/>
                    <a:lstStyle/>
                    <a:p>
                      <a:pPr algn="ctr"/>
                      <a:r>
                        <a:rPr lang="en-US" sz="1100" b="1"/>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45180">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r>
                        <a:rPr lang="en-US" sz="1100" b="0" i="0" u="none" strike="noStrike" noProof="0">
                          <a:latin typeface="Calibri"/>
                        </a:rPr>
                        <a:t>Planet Fitness: Introduce tech equipment and virtual trainers in physical locations.</a:t>
                      </a:r>
                      <a:endParaRPr lang="en-US" sz="1100"/>
                    </a:p>
                    <a:p>
                      <a:pPr marL="0" lvl="0" indent="0" algn="l">
                        <a:lnSpc>
                          <a:spcPct val="100000"/>
                        </a:lnSpc>
                        <a:spcBef>
                          <a:spcPts val="0"/>
                        </a:spcBef>
                        <a:spcAft>
                          <a:spcPts val="0"/>
                        </a:spcAft>
                        <a:buNone/>
                      </a:pPr>
                      <a:r>
                        <a:rPr lang="en-US" sz="1100" b="0" i="0" u="none" strike="noStrike" noProof="0">
                          <a:latin typeface="Calibri"/>
                        </a:rPr>
                        <a:t>Equinox: Develop premium hybrid memberships combining in-gym and at-home experiences.</a:t>
                      </a:r>
                      <a:endParaRPr lang="en-US" sz="110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r>
                        <a:rPr lang="en-US" sz="1100" b="0" i="0" u="none" strike="noStrike" noProof="0">
                          <a:latin typeface="Calibri"/>
                        </a:rPr>
                        <a:t>Mirror: Create portable versions for gym use and expand content for in-gym workouts.</a:t>
                      </a:r>
                      <a:endParaRPr lang="en-US"/>
                    </a:p>
                    <a:p>
                      <a:pPr marL="0" lvl="0" indent="0" algn="l">
                        <a:lnSpc>
                          <a:spcPct val="100000"/>
                        </a:lnSpc>
                        <a:spcBef>
                          <a:spcPts val="0"/>
                        </a:spcBef>
                        <a:spcAft>
                          <a:spcPts val="0"/>
                        </a:spcAft>
                        <a:buNone/>
                      </a:pPr>
                      <a:r>
                        <a:rPr lang="en-US" sz="1100" b="0" i="0" u="none" strike="noStrike" noProof="0" err="1">
                          <a:latin typeface="Calibri"/>
                        </a:rPr>
                        <a:t>FightCamp</a:t>
                      </a:r>
                      <a:r>
                        <a:rPr lang="en-US" sz="1100" b="0" i="0" u="none" strike="noStrike" noProof="0">
                          <a:latin typeface="Calibri"/>
                        </a:rPr>
                        <a:t>: Develop gym-based boxing classes with smart equipment.</a:t>
                      </a:r>
                      <a:endParaRPr lang="en-US" sz="110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r>
                        <a:rPr lang="en-US" sz="1100" b="0" i="0" u="none" strike="noStrike" noProof="0">
                          <a:latin typeface="Calibri"/>
                        </a:rPr>
                        <a:t>Amazon: Launch fitness-focused Alexa devices for gym and home use.</a:t>
                      </a:r>
                      <a:endParaRPr lang="en-US" sz="1100"/>
                    </a:p>
                    <a:p>
                      <a:pPr marL="0" lvl="0" indent="0" algn="l">
                        <a:lnSpc>
                          <a:spcPct val="100000"/>
                        </a:lnSpc>
                        <a:spcBef>
                          <a:spcPts val="0"/>
                        </a:spcBef>
                        <a:spcAft>
                          <a:spcPts val="0"/>
                        </a:spcAft>
                        <a:buNone/>
                      </a:pPr>
                      <a:r>
                        <a:rPr lang="en-US" sz="1100" b="0" i="0" u="none" strike="noStrike" noProof="0">
                          <a:latin typeface="Calibri"/>
                        </a:rPr>
                        <a:t>Microsoft: Develop mixed reality fitness experiences for gyms using HoloLens technology.</a:t>
                      </a:r>
                      <a:endParaRPr lang="en-US" sz="110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pic>
        <p:nvPicPr>
          <p:cNvPr id="45" name="Picture 44" descr="Planet Fitness Logo logo and symbol ...">
            <a:extLst>
              <a:ext uri="{FF2B5EF4-FFF2-40B4-BE49-F238E27FC236}">
                <a16:creationId xmlns:a16="http://schemas.microsoft.com/office/drawing/2014/main" id="{BFFFFEA5-AD19-9003-04A7-7DF8487A5890}"/>
              </a:ext>
            </a:extLst>
          </p:cNvPr>
          <p:cNvPicPr>
            <a:picLocks noChangeAspect="1"/>
          </p:cNvPicPr>
          <p:nvPr/>
        </p:nvPicPr>
        <p:blipFill>
          <a:blip r:embed="rId8"/>
          <a:stretch>
            <a:fillRect/>
          </a:stretch>
        </p:blipFill>
        <p:spPr>
          <a:xfrm>
            <a:off x="6457533" y="4696069"/>
            <a:ext cx="694871" cy="388258"/>
          </a:xfrm>
          <a:prstGeom prst="rect">
            <a:avLst/>
          </a:prstGeom>
        </p:spPr>
      </p:pic>
      <p:pic>
        <p:nvPicPr>
          <p:cNvPr id="47" name="Picture 46" descr="Equinox Logo, symbol, meaning, history ...">
            <a:extLst>
              <a:ext uri="{FF2B5EF4-FFF2-40B4-BE49-F238E27FC236}">
                <a16:creationId xmlns:a16="http://schemas.microsoft.com/office/drawing/2014/main" id="{9ACEEA8B-8238-0A06-0792-78514751D597}"/>
              </a:ext>
            </a:extLst>
          </p:cNvPr>
          <p:cNvPicPr>
            <a:picLocks noChangeAspect="1"/>
          </p:cNvPicPr>
          <p:nvPr/>
        </p:nvPicPr>
        <p:blipFill>
          <a:blip r:embed="rId9"/>
          <a:stretch>
            <a:fillRect/>
          </a:stretch>
        </p:blipFill>
        <p:spPr>
          <a:xfrm>
            <a:off x="7219531" y="4696069"/>
            <a:ext cx="673100" cy="359229"/>
          </a:xfrm>
          <a:prstGeom prst="rect">
            <a:avLst/>
          </a:prstGeom>
        </p:spPr>
      </p:pic>
      <p:pic>
        <p:nvPicPr>
          <p:cNvPr id="49" name="Picture 48" descr="Regulatory approval, FDA, DiGA, CE Marking">
            <a:extLst>
              <a:ext uri="{FF2B5EF4-FFF2-40B4-BE49-F238E27FC236}">
                <a16:creationId xmlns:a16="http://schemas.microsoft.com/office/drawing/2014/main" id="{66D0B89B-E047-E4B2-4A14-B7C13460AF0A}"/>
              </a:ext>
            </a:extLst>
          </p:cNvPr>
          <p:cNvPicPr>
            <a:picLocks noChangeAspect="1"/>
          </p:cNvPicPr>
          <p:nvPr/>
        </p:nvPicPr>
        <p:blipFill>
          <a:blip r:embed="rId10"/>
          <a:stretch>
            <a:fillRect/>
          </a:stretch>
        </p:blipFill>
        <p:spPr>
          <a:xfrm>
            <a:off x="8469348" y="4671349"/>
            <a:ext cx="415926" cy="394155"/>
          </a:xfrm>
          <a:prstGeom prst="rect">
            <a:avLst/>
          </a:prstGeom>
        </p:spPr>
      </p:pic>
      <p:pic>
        <p:nvPicPr>
          <p:cNvPr id="51" name="Picture 50" descr="FightCamp | Athletic Wear &amp; Apparel">
            <a:extLst>
              <a:ext uri="{FF2B5EF4-FFF2-40B4-BE49-F238E27FC236}">
                <a16:creationId xmlns:a16="http://schemas.microsoft.com/office/drawing/2014/main" id="{89B575A4-EBC6-5CA4-DC5A-CA348130D5AE}"/>
              </a:ext>
            </a:extLst>
          </p:cNvPr>
          <p:cNvPicPr>
            <a:picLocks noChangeAspect="1"/>
          </p:cNvPicPr>
          <p:nvPr/>
        </p:nvPicPr>
        <p:blipFill>
          <a:blip r:embed="rId11"/>
          <a:stretch>
            <a:fillRect/>
          </a:stretch>
        </p:blipFill>
        <p:spPr>
          <a:xfrm>
            <a:off x="8952400" y="4673843"/>
            <a:ext cx="683533" cy="381908"/>
          </a:xfrm>
          <a:prstGeom prst="rect">
            <a:avLst/>
          </a:prstGeom>
        </p:spPr>
      </p:pic>
      <p:pic>
        <p:nvPicPr>
          <p:cNvPr id="53" name="Picture 52" descr="Amazon Logo, symbol, meaning, history ...">
            <a:extLst>
              <a:ext uri="{FF2B5EF4-FFF2-40B4-BE49-F238E27FC236}">
                <a16:creationId xmlns:a16="http://schemas.microsoft.com/office/drawing/2014/main" id="{99E51EAA-4615-572E-9DEF-843256BFC723}"/>
              </a:ext>
            </a:extLst>
          </p:cNvPr>
          <p:cNvPicPr>
            <a:picLocks noChangeAspect="1"/>
          </p:cNvPicPr>
          <p:nvPr/>
        </p:nvPicPr>
        <p:blipFill>
          <a:blip r:embed="rId12"/>
          <a:stretch>
            <a:fillRect/>
          </a:stretch>
        </p:blipFill>
        <p:spPr>
          <a:xfrm>
            <a:off x="10405418" y="4681555"/>
            <a:ext cx="622300" cy="351973"/>
          </a:xfrm>
          <a:prstGeom prst="rect">
            <a:avLst/>
          </a:prstGeom>
        </p:spPr>
      </p:pic>
      <p:pic>
        <p:nvPicPr>
          <p:cNvPr id="55" name="Picture 54" descr="Download Microsoft Logo in SVG Vector ...">
            <a:extLst>
              <a:ext uri="{FF2B5EF4-FFF2-40B4-BE49-F238E27FC236}">
                <a16:creationId xmlns:a16="http://schemas.microsoft.com/office/drawing/2014/main" id="{A933EAFD-BD59-846A-F877-E76581EC44FD}"/>
              </a:ext>
            </a:extLst>
          </p:cNvPr>
          <p:cNvPicPr>
            <a:picLocks noChangeAspect="1"/>
          </p:cNvPicPr>
          <p:nvPr/>
        </p:nvPicPr>
        <p:blipFill>
          <a:blip r:embed="rId13"/>
          <a:stretch>
            <a:fillRect/>
          </a:stretch>
        </p:blipFill>
        <p:spPr>
          <a:xfrm>
            <a:off x="11105050" y="4682687"/>
            <a:ext cx="601890" cy="371475"/>
          </a:xfrm>
          <a:prstGeom prst="rect">
            <a:avLst/>
          </a:prstGeom>
        </p:spPr>
      </p:pic>
      <p:sp>
        <p:nvSpPr>
          <p:cNvPr id="57" name="TextBox 56">
            <a:extLst>
              <a:ext uri="{FF2B5EF4-FFF2-40B4-BE49-F238E27FC236}">
                <a16:creationId xmlns:a16="http://schemas.microsoft.com/office/drawing/2014/main" id="{1B2A65DF-A33D-1ED3-BD69-E3F8F86709AE}"/>
              </a:ext>
            </a:extLst>
          </p:cNvPr>
          <p:cNvSpPr txBox="1"/>
          <p:nvPr/>
        </p:nvSpPr>
        <p:spPr>
          <a:xfrm>
            <a:off x="6260490" y="4012522"/>
            <a:ext cx="5794521" cy="307777"/>
          </a:xfrm>
          <a:prstGeom prst="rect">
            <a:avLst/>
          </a:prstGeom>
          <a:noFill/>
        </p:spPr>
        <p:txBody>
          <a:bodyPr wrap="square" lIns="91440" tIns="45720" rIns="91440" bIns="45720" rtlCol="0" anchor="t">
            <a:spAutoFit/>
          </a:bodyPr>
          <a:lstStyle/>
          <a:p>
            <a:pPr algn="ctr">
              <a:defRPr/>
            </a:pPr>
            <a:r>
              <a:rPr lang="en-US" sz="1400" b="1">
                <a:latin typeface="Aptos"/>
                <a:ea typeface="+mn-lt"/>
                <a:cs typeface="+mn-lt"/>
              </a:rPr>
              <a:t>Incumbents thrive, Insurgents rise, </a:t>
            </a:r>
            <a:r>
              <a:rPr lang="en-US" sz="1400" b="1" err="1">
                <a:latin typeface="Aptos"/>
                <a:ea typeface="+mn-lt"/>
                <a:cs typeface="+mn-lt"/>
              </a:rPr>
              <a:t>Adjacents</a:t>
            </a:r>
            <a:r>
              <a:rPr lang="en-US" sz="1400" b="1">
                <a:latin typeface="Aptos"/>
                <a:ea typeface="+mn-lt"/>
                <a:cs typeface="+mn-lt"/>
              </a:rPr>
              <a:t> disrupt</a:t>
            </a:r>
          </a:p>
        </p:txBody>
      </p:sp>
      <p:graphicFrame>
        <p:nvGraphicFramePr>
          <p:cNvPr id="61" name="Table 60">
            <a:extLst>
              <a:ext uri="{FF2B5EF4-FFF2-40B4-BE49-F238E27FC236}">
                <a16:creationId xmlns:a16="http://schemas.microsoft.com/office/drawing/2014/main" id="{2EE6877D-41DD-1802-9140-41FC7E34403A}"/>
              </a:ext>
            </a:extLst>
          </p:cNvPr>
          <p:cNvGraphicFramePr>
            <a:graphicFrameLocks noGrp="1"/>
          </p:cNvGraphicFramePr>
          <p:nvPr>
            <p:extLst>
              <p:ext uri="{D42A27DB-BD31-4B8C-83A1-F6EECF244321}">
                <p14:modId xmlns:p14="http://schemas.microsoft.com/office/powerpoint/2010/main" val="3188003948"/>
              </p:ext>
            </p:extLst>
          </p:nvPr>
        </p:nvGraphicFramePr>
        <p:xfrm>
          <a:off x="150725" y="1398395"/>
          <a:ext cx="5459904" cy="2063189"/>
        </p:xfrm>
        <a:graphic>
          <a:graphicData uri="http://schemas.openxmlformats.org/drawingml/2006/table">
            <a:tbl>
              <a:tblPr bandRow="1">
                <a:tableStyleId>{5C22544A-7EE6-4342-B048-85BDC9FD1C3A}</a:tableStyleId>
              </a:tblPr>
              <a:tblGrid>
                <a:gridCol w="1819968">
                  <a:extLst>
                    <a:ext uri="{9D8B030D-6E8A-4147-A177-3AD203B41FA5}">
                      <a16:colId xmlns:a16="http://schemas.microsoft.com/office/drawing/2014/main" val="3485355177"/>
                    </a:ext>
                  </a:extLst>
                </a:gridCol>
                <a:gridCol w="1819968">
                  <a:extLst>
                    <a:ext uri="{9D8B030D-6E8A-4147-A177-3AD203B41FA5}">
                      <a16:colId xmlns:a16="http://schemas.microsoft.com/office/drawing/2014/main" val="1332525590"/>
                    </a:ext>
                  </a:extLst>
                </a:gridCol>
                <a:gridCol w="1819968">
                  <a:extLst>
                    <a:ext uri="{9D8B030D-6E8A-4147-A177-3AD203B41FA5}">
                      <a16:colId xmlns:a16="http://schemas.microsoft.com/office/drawing/2014/main" val="2169068534"/>
                    </a:ext>
                  </a:extLst>
                </a:gridCol>
              </a:tblGrid>
              <a:tr h="365357">
                <a:tc>
                  <a:txBody>
                    <a:bodyPr/>
                    <a:lstStyle/>
                    <a:p>
                      <a:pPr algn="ctr"/>
                      <a:r>
                        <a:rPr lang="en-US" sz="1100" b="1"/>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97832">
                <a:tc>
                  <a:txBody>
                    <a:bodyPr/>
                    <a:lstStyle/>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endParaRPr lang="en-US" sz="1100" b="0" i="0" u="none" strike="noStrike" noProof="0" dirty="0">
                        <a:latin typeface="Calibri"/>
                      </a:endParaRPr>
                    </a:p>
                    <a:p>
                      <a:pPr lvl="0" algn="l">
                        <a:lnSpc>
                          <a:spcPct val="100000"/>
                        </a:lnSpc>
                        <a:spcBef>
                          <a:spcPts val="0"/>
                        </a:spcBef>
                        <a:spcAft>
                          <a:spcPts val="0"/>
                        </a:spcAft>
                        <a:buNone/>
                      </a:pPr>
                      <a:r>
                        <a:rPr lang="en-US" sz="1100" b="0" i="0" u="none" strike="noStrike" noProof="0" dirty="0"/>
                        <a:t>Technogym: Introduce flexible payment plans and digital subscription services.</a:t>
                      </a:r>
                      <a:endParaRPr lang="en-US" dirty="0"/>
                    </a:p>
                    <a:p>
                      <a:pPr lvl="0" algn="l">
                        <a:lnSpc>
                          <a:spcPct val="100000"/>
                        </a:lnSpc>
                        <a:spcBef>
                          <a:spcPts val="0"/>
                        </a:spcBef>
                        <a:spcAft>
                          <a:spcPts val="0"/>
                        </a:spcAft>
                        <a:buNone/>
                      </a:pPr>
                      <a:r>
                        <a:rPr lang="en-US" sz="1100" b="0" i="0" u="none" strike="noStrike" noProof="0" dirty="0"/>
                        <a:t>Nautilus: Innovate and reduce cost on their compact multi-use equipment offerings</a:t>
                      </a:r>
                      <a:endParaRPr lang="en-US" dirty="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endParaRPr lang="en-US" sz="1100" b="0" i="0" u="none" strike="noStrike" noProof="0" dirty="0">
                        <a:latin typeface="Calibri"/>
                      </a:endParaRPr>
                    </a:p>
                    <a:p>
                      <a:pPr lvl="0" algn="l">
                        <a:lnSpc>
                          <a:spcPct val="100000"/>
                        </a:lnSpc>
                        <a:spcBef>
                          <a:spcPts val="0"/>
                        </a:spcBef>
                        <a:spcAft>
                          <a:spcPts val="0"/>
                        </a:spcAft>
                        <a:buNone/>
                      </a:pPr>
                      <a:r>
                        <a:rPr lang="en-US" sz="1100" b="0" i="0" u="none" strike="noStrike" noProof="0" dirty="0" err="1"/>
                        <a:t>Peleton</a:t>
                      </a:r>
                      <a:r>
                        <a:rPr lang="en-US" sz="1100" b="0" i="0" u="none" strike="noStrike" noProof="0" dirty="0"/>
                        <a:t>: Increase their video library and introduce affordable options of their premium products.</a:t>
                      </a:r>
                      <a:endParaRPr lang="en-US" dirty="0"/>
                    </a:p>
                    <a:p>
                      <a:pPr lvl="0" algn="l">
                        <a:lnSpc>
                          <a:spcPct val="100000"/>
                        </a:lnSpc>
                        <a:spcBef>
                          <a:spcPts val="0"/>
                        </a:spcBef>
                        <a:spcAft>
                          <a:spcPts val="0"/>
                        </a:spcAft>
                        <a:buNone/>
                      </a:pPr>
                      <a:r>
                        <a:rPr lang="en-US" sz="1100" b="0" i="0" u="none" strike="noStrike" noProof="0" dirty="0"/>
                        <a:t>Mirrors: Offer affordable membership and collaborate with fitness influencers.</a:t>
                      </a:r>
                      <a:endParaRPr lang="en-US" dirty="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dirty="0">
                        <a:latin typeface="Calibri"/>
                      </a:endParaRPr>
                    </a:p>
                    <a:p>
                      <a:pPr marL="0" lvl="0" indent="0" algn="l">
                        <a:lnSpc>
                          <a:spcPct val="100000"/>
                        </a:lnSpc>
                        <a:spcBef>
                          <a:spcPts val="0"/>
                        </a:spcBef>
                        <a:spcAft>
                          <a:spcPts val="0"/>
                        </a:spcAft>
                        <a:buNone/>
                      </a:pPr>
                      <a:endParaRPr lang="en-US" sz="1100" b="0" i="0" u="none" strike="noStrike" noProof="0" dirty="0">
                        <a:latin typeface="Calibri"/>
                      </a:endParaRPr>
                    </a:p>
                    <a:p>
                      <a:pPr lvl="0" algn="l">
                        <a:lnSpc>
                          <a:spcPct val="100000"/>
                        </a:lnSpc>
                        <a:spcBef>
                          <a:spcPts val="0"/>
                        </a:spcBef>
                        <a:spcAft>
                          <a:spcPts val="0"/>
                        </a:spcAft>
                        <a:buNone/>
                      </a:pPr>
                      <a:r>
                        <a:rPr lang="en-US" sz="1100" b="0" i="0" u="none" strike="noStrike" noProof="0" dirty="0"/>
                        <a:t>Fitbit: Innovate nutrition tracking and collaborate with gyms for discounts.</a:t>
                      </a:r>
                      <a:endParaRPr lang="en-US" dirty="0"/>
                    </a:p>
                    <a:p>
                      <a:pPr lvl="0" algn="l">
                        <a:lnSpc>
                          <a:spcPct val="100000"/>
                        </a:lnSpc>
                        <a:spcBef>
                          <a:spcPts val="0"/>
                        </a:spcBef>
                        <a:spcAft>
                          <a:spcPts val="0"/>
                        </a:spcAft>
                        <a:buNone/>
                      </a:pPr>
                      <a:r>
                        <a:rPr lang="en-US" sz="1100" b="0" i="0" u="none" strike="noStrike" noProof="0" dirty="0"/>
                        <a:t>Nike: Offer discounts on apparels and collaborate with fitness influencers to create a rich content library.</a:t>
                      </a:r>
                      <a:endParaRPr lang="en-US" dirty="0"/>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pic>
        <p:nvPicPr>
          <p:cNvPr id="63" name="Picture 62" descr="Regulatory approval, FDA, DiGA, CE Marking">
            <a:extLst>
              <a:ext uri="{FF2B5EF4-FFF2-40B4-BE49-F238E27FC236}">
                <a16:creationId xmlns:a16="http://schemas.microsoft.com/office/drawing/2014/main" id="{C7D5EA80-4542-6799-5FA9-332688EB323D}"/>
              </a:ext>
            </a:extLst>
          </p:cNvPr>
          <p:cNvPicPr>
            <a:picLocks noChangeAspect="1"/>
          </p:cNvPicPr>
          <p:nvPr/>
        </p:nvPicPr>
        <p:blipFill>
          <a:blip r:embed="rId10"/>
          <a:stretch>
            <a:fillRect/>
          </a:stretch>
        </p:blipFill>
        <p:spPr>
          <a:xfrm>
            <a:off x="2875380" y="1822508"/>
            <a:ext cx="433918" cy="347760"/>
          </a:xfrm>
          <a:prstGeom prst="rect">
            <a:avLst/>
          </a:prstGeom>
        </p:spPr>
      </p:pic>
      <p:pic>
        <p:nvPicPr>
          <p:cNvPr id="65" name="Picture 64" descr="Fitbit Logo, symbol, meaning, history ...">
            <a:extLst>
              <a:ext uri="{FF2B5EF4-FFF2-40B4-BE49-F238E27FC236}">
                <a16:creationId xmlns:a16="http://schemas.microsoft.com/office/drawing/2014/main" id="{69280FC2-58C2-D41F-CA09-0B86CB86249F}"/>
              </a:ext>
            </a:extLst>
          </p:cNvPr>
          <p:cNvPicPr>
            <a:picLocks noChangeAspect="1"/>
          </p:cNvPicPr>
          <p:nvPr/>
        </p:nvPicPr>
        <p:blipFill>
          <a:blip r:embed="rId5"/>
          <a:stretch>
            <a:fillRect/>
          </a:stretch>
        </p:blipFill>
        <p:spPr>
          <a:xfrm>
            <a:off x="4121049" y="1829438"/>
            <a:ext cx="622300" cy="315686"/>
          </a:xfrm>
          <a:prstGeom prst="rect">
            <a:avLst/>
          </a:prstGeom>
        </p:spPr>
      </p:pic>
      <p:pic>
        <p:nvPicPr>
          <p:cNvPr id="67" name="Picture 66" descr="The $35 Nike Swoosh Logo Design Story ...">
            <a:extLst>
              <a:ext uri="{FF2B5EF4-FFF2-40B4-BE49-F238E27FC236}">
                <a16:creationId xmlns:a16="http://schemas.microsoft.com/office/drawing/2014/main" id="{3992BA3A-1894-832F-90CC-EA7C859766C3}"/>
              </a:ext>
            </a:extLst>
          </p:cNvPr>
          <p:cNvPicPr>
            <a:picLocks noChangeAspect="1"/>
          </p:cNvPicPr>
          <p:nvPr/>
        </p:nvPicPr>
        <p:blipFill>
          <a:blip r:embed="rId14"/>
          <a:stretch>
            <a:fillRect/>
          </a:stretch>
        </p:blipFill>
        <p:spPr>
          <a:xfrm>
            <a:off x="4817134" y="1811680"/>
            <a:ext cx="371992" cy="371990"/>
          </a:xfrm>
          <a:prstGeom prst="rect">
            <a:avLst/>
          </a:prstGeom>
        </p:spPr>
      </p:pic>
      <p:pic>
        <p:nvPicPr>
          <p:cNvPr id="69" name="Picture 68" descr="Peloton Logo | SVG | Real Company | Alphabet, Letter P Logo">
            <a:extLst>
              <a:ext uri="{FF2B5EF4-FFF2-40B4-BE49-F238E27FC236}">
                <a16:creationId xmlns:a16="http://schemas.microsoft.com/office/drawing/2014/main" id="{06DF3E8D-1F05-F8B2-14BA-23E35DDDCFEB}"/>
              </a:ext>
            </a:extLst>
          </p:cNvPr>
          <p:cNvPicPr>
            <a:picLocks noChangeAspect="1"/>
          </p:cNvPicPr>
          <p:nvPr/>
        </p:nvPicPr>
        <p:blipFill>
          <a:blip r:embed="rId2"/>
          <a:stretch>
            <a:fillRect/>
          </a:stretch>
        </p:blipFill>
        <p:spPr>
          <a:xfrm>
            <a:off x="2377339" y="1816110"/>
            <a:ext cx="398027" cy="347786"/>
          </a:xfrm>
          <a:prstGeom prst="rect">
            <a:avLst/>
          </a:prstGeom>
        </p:spPr>
      </p:pic>
      <p:pic>
        <p:nvPicPr>
          <p:cNvPr id="71" name="Picture 70" descr="Technogym">
            <a:extLst>
              <a:ext uri="{FF2B5EF4-FFF2-40B4-BE49-F238E27FC236}">
                <a16:creationId xmlns:a16="http://schemas.microsoft.com/office/drawing/2014/main" id="{E57F5764-5823-89D5-DC38-943225898639}"/>
              </a:ext>
            </a:extLst>
          </p:cNvPr>
          <p:cNvPicPr>
            <a:picLocks noChangeAspect="1"/>
          </p:cNvPicPr>
          <p:nvPr/>
        </p:nvPicPr>
        <p:blipFill>
          <a:blip r:embed="rId15"/>
          <a:stretch>
            <a:fillRect/>
          </a:stretch>
        </p:blipFill>
        <p:spPr>
          <a:xfrm>
            <a:off x="263847" y="1832339"/>
            <a:ext cx="993024" cy="350703"/>
          </a:xfrm>
          <a:prstGeom prst="rect">
            <a:avLst/>
          </a:prstGeom>
        </p:spPr>
      </p:pic>
      <p:pic>
        <p:nvPicPr>
          <p:cNvPr id="73" name="Picture 72" descr="Nautilus Gym Equipment Review - 100 ...">
            <a:extLst>
              <a:ext uri="{FF2B5EF4-FFF2-40B4-BE49-F238E27FC236}">
                <a16:creationId xmlns:a16="http://schemas.microsoft.com/office/drawing/2014/main" id="{C9B7D944-C5E5-448B-ACBF-355FD9DF9542}"/>
              </a:ext>
            </a:extLst>
          </p:cNvPr>
          <p:cNvPicPr>
            <a:picLocks noChangeAspect="1"/>
          </p:cNvPicPr>
          <p:nvPr/>
        </p:nvPicPr>
        <p:blipFill>
          <a:blip r:embed="rId16"/>
          <a:stretch>
            <a:fillRect/>
          </a:stretch>
        </p:blipFill>
        <p:spPr>
          <a:xfrm>
            <a:off x="1283235" y="1836235"/>
            <a:ext cx="394396" cy="358301"/>
          </a:xfrm>
          <a:prstGeom prst="rect">
            <a:avLst/>
          </a:prstGeom>
        </p:spPr>
      </p:pic>
      <p:sp>
        <p:nvSpPr>
          <p:cNvPr id="75" name="TextBox 74">
            <a:extLst>
              <a:ext uri="{FF2B5EF4-FFF2-40B4-BE49-F238E27FC236}">
                <a16:creationId xmlns:a16="http://schemas.microsoft.com/office/drawing/2014/main" id="{15BD5E34-C772-9802-DFE7-DFDD42DA8099}"/>
              </a:ext>
            </a:extLst>
          </p:cNvPr>
          <p:cNvSpPr txBox="1"/>
          <p:nvPr/>
        </p:nvSpPr>
        <p:spPr>
          <a:xfrm>
            <a:off x="171847" y="1077906"/>
            <a:ext cx="5440880" cy="307777"/>
          </a:xfrm>
          <a:prstGeom prst="rect">
            <a:avLst/>
          </a:prstGeom>
          <a:noFill/>
        </p:spPr>
        <p:txBody>
          <a:bodyPr wrap="square" lIns="91440" tIns="45720" rIns="91440" bIns="45720" rtlCol="0" anchor="t">
            <a:spAutoFit/>
          </a:bodyPr>
          <a:lstStyle/>
          <a:p>
            <a:pPr algn="ctr">
              <a:defRPr/>
            </a:pPr>
            <a:r>
              <a:rPr lang="en-US" sz="1400" b="1">
                <a:latin typeface="Aptos"/>
              </a:rPr>
              <a:t>Incumbents hybridize, Insurgents emerge, </a:t>
            </a:r>
            <a:r>
              <a:rPr lang="en-US" sz="1400" b="1" err="1">
                <a:latin typeface="Aptos"/>
              </a:rPr>
              <a:t>Adjacents</a:t>
            </a:r>
            <a:r>
              <a:rPr lang="en-US" sz="1400" b="1">
                <a:latin typeface="Aptos"/>
              </a:rPr>
              <a:t> collaborate </a:t>
            </a:r>
            <a:endParaRPr lang="en-US"/>
          </a:p>
        </p:txBody>
      </p:sp>
      <p:graphicFrame>
        <p:nvGraphicFramePr>
          <p:cNvPr id="79" name="Table 78">
            <a:extLst>
              <a:ext uri="{FF2B5EF4-FFF2-40B4-BE49-F238E27FC236}">
                <a16:creationId xmlns:a16="http://schemas.microsoft.com/office/drawing/2014/main" id="{30B2C4BD-D7E2-46B9-987B-227BA7FA93A9}"/>
              </a:ext>
            </a:extLst>
          </p:cNvPr>
          <p:cNvGraphicFramePr>
            <a:graphicFrameLocks noGrp="1"/>
          </p:cNvGraphicFramePr>
          <p:nvPr>
            <p:extLst>
              <p:ext uri="{D42A27DB-BD31-4B8C-83A1-F6EECF244321}">
                <p14:modId xmlns:p14="http://schemas.microsoft.com/office/powerpoint/2010/main" val="2035122567"/>
              </p:ext>
            </p:extLst>
          </p:nvPr>
        </p:nvGraphicFramePr>
        <p:xfrm>
          <a:off x="154066" y="4290155"/>
          <a:ext cx="5459904" cy="2076049"/>
        </p:xfrm>
        <a:graphic>
          <a:graphicData uri="http://schemas.openxmlformats.org/drawingml/2006/table">
            <a:tbl>
              <a:tblPr bandRow="1">
                <a:tableStyleId>{5C22544A-7EE6-4342-B048-85BDC9FD1C3A}</a:tableStyleId>
              </a:tblPr>
              <a:tblGrid>
                <a:gridCol w="1819968">
                  <a:extLst>
                    <a:ext uri="{9D8B030D-6E8A-4147-A177-3AD203B41FA5}">
                      <a16:colId xmlns:a16="http://schemas.microsoft.com/office/drawing/2014/main" val="3485355177"/>
                    </a:ext>
                  </a:extLst>
                </a:gridCol>
                <a:gridCol w="1819968">
                  <a:extLst>
                    <a:ext uri="{9D8B030D-6E8A-4147-A177-3AD203B41FA5}">
                      <a16:colId xmlns:a16="http://schemas.microsoft.com/office/drawing/2014/main" val="1332525590"/>
                    </a:ext>
                  </a:extLst>
                </a:gridCol>
                <a:gridCol w="1819968">
                  <a:extLst>
                    <a:ext uri="{9D8B030D-6E8A-4147-A177-3AD203B41FA5}">
                      <a16:colId xmlns:a16="http://schemas.microsoft.com/office/drawing/2014/main" val="2169068534"/>
                    </a:ext>
                  </a:extLst>
                </a:gridCol>
              </a:tblGrid>
              <a:tr h="308209">
                <a:tc>
                  <a:txBody>
                    <a:bodyPr/>
                    <a:lstStyle/>
                    <a:p>
                      <a:pPr algn="ctr"/>
                      <a:r>
                        <a:rPr lang="en-US" sz="1100" b="1"/>
                        <a:t>INCUMBENTS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INSURGENTS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sz="1100" b="1"/>
                        <a:t>ADJACENTS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982840"/>
                  </a:ext>
                </a:extLst>
              </a:tr>
              <a:tr h="1695147">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lvl="0" algn="l">
                        <a:lnSpc>
                          <a:spcPct val="100000"/>
                        </a:lnSpc>
                        <a:spcBef>
                          <a:spcPts val="0"/>
                        </a:spcBef>
                        <a:spcAft>
                          <a:spcPts val="0"/>
                        </a:spcAft>
                        <a:buNone/>
                      </a:pPr>
                      <a:r>
                        <a:rPr lang="en-US" sz="1100" b="0" i="0" u="none" strike="noStrike" noProof="0"/>
                        <a:t>Planet Fitness: Maintain its budget-friendly cost model and focus on promotions.</a:t>
                      </a:r>
                      <a:endParaRPr lang="en-US"/>
                    </a:p>
                    <a:p>
                      <a:pPr lvl="0" algn="l">
                        <a:lnSpc>
                          <a:spcPct val="100000"/>
                        </a:lnSpc>
                        <a:spcBef>
                          <a:spcPts val="0"/>
                        </a:spcBef>
                        <a:spcAft>
                          <a:spcPts val="0"/>
                        </a:spcAft>
                        <a:buNone/>
                      </a:pPr>
                      <a:r>
                        <a:rPr lang="en-US" sz="1100" b="0" i="0" u="none" strike="noStrike" noProof="0"/>
                        <a:t>Anytime Fitness: Offer promotion and leverage its location and 24/7 accessibility to differentiate.</a:t>
                      </a:r>
                      <a:endParaRPr lang="en-US"/>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lvl="0" algn="l">
                        <a:lnSpc>
                          <a:spcPct val="100000"/>
                        </a:lnSpc>
                        <a:spcBef>
                          <a:spcPts val="0"/>
                        </a:spcBef>
                        <a:spcAft>
                          <a:spcPts val="0"/>
                        </a:spcAft>
                        <a:buNone/>
                      </a:pPr>
                      <a:r>
                        <a:rPr lang="en-US" sz="1100" b="0" i="0" u="none" strike="noStrike" noProof="0"/>
                        <a:t>Xponential : Innovate its diversified offerings through community fitness activities.</a:t>
                      </a:r>
                      <a:endParaRPr lang="en-US"/>
                    </a:p>
                    <a:p>
                      <a:pPr lvl="0" algn="l">
                        <a:lnSpc>
                          <a:spcPct val="100000"/>
                        </a:lnSpc>
                        <a:spcBef>
                          <a:spcPts val="0"/>
                        </a:spcBef>
                        <a:spcAft>
                          <a:spcPts val="0"/>
                        </a:spcAft>
                        <a:buNone/>
                      </a:pPr>
                      <a:r>
                        <a:rPr lang="en-US" sz="1100" b="0" i="0" u="none" strike="noStrike" noProof="0"/>
                        <a:t>Peleton: Introduce budget-friendly membership tiers on hybrid fitness and reduce its retail footprint.</a:t>
                      </a:r>
                      <a:endParaRPr lang="en-US"/>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marL="0" lvl="0" indent="0" algn="l">
                        <a:lnSpc>
                          <a:spcPct val="100000"/>
                        </a:lnSpc>
                        <a:spcBef>
                          <a:spcPts val="0"/>
                        </a:spcBef>
                        <a:spcAft>
                          <a:spcPts val="0"/>
                        </a:spcAft>
                        <a:buNone/>
                      </a:pPr>
                      <a:endParaRPr lang="en-US" sz="1100" b="0" i="0" u="none" strike="noStrike" noProof="0">
                        <a:latin typeface="Calibri"/>
                      </a:endParaRPr>
                    </a:p>
                    <a:p>
                      <a:pPr lvl="0" algn="l">
                        <a:lnSpc>
                          <a:spcPct val="100000"/>
                        </a:lnSpc>
                        <a:spcBef>
                          <a:spcPts val="0"/>
                        </a:spcBef>
                        <a:spcAft>
                          <a:spcPts val="0"/>
                        </a:spcAft>
                        <a:buNone/>
                      </a:pPr>
                      <a:r>
                        <a:rPr lang="en-US" sz="1100" b="0" i="0" u="none" strike="noStrike" noProof="0"/>
                        <a:t>Apple Fitness+: affordable offering and integrate wearable fitness tracking with gym memberships.</a:t>
                      </a:r>
                      <a:endParaRPr lang="en-US"/>
                    </a:p>
                    <a:p>
                      <a:pPr lvl="0" algn="l">
                        <a:lnSpc>
                          <a:spcPct val="100000"/>
                        </a:lnSpc>
                        <a:spcBef>
                          <a:spcPts val="0"/>
                        </a:spcBef>
                        <a:spcAft>
                          <a:spcPts val="0"/>
                        </a:spcAft>
                        <a:buNone/>
                      </a:pPr>
                      <a:r>
                        <a:rPr lang="en-US" sz="1100" b="0" i="0" u="none" strike="noStrike" noProof="0"/>
                        <a:t>Hammer Strength: Develop durable, lower cost variants of their premium products.</a:t>
                      </a:r>
                      <a:endParaRPr lang="en-US"/>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289965"/>
                  </a:ext>
                </a:extLst>
              </a:tr>
            </a:tbl>
          </a:graphicData>
        </a:graphic>
      </p:graphicFrame>
      <p:pic>
        <p:nvPicPr>
          <p:cNvPr id="81" name="Picture 80" descr="Planet Fitness Logo logo and symbol ...">
            <a:extLst>
              <a:ext uri="{FF2B5EF4-FFF2-40B4-BE49-F238E27FC236}">
                <a16:creationId xmlns:a16="http://schemas.microsoft.com/office/drawing/2014/main" id="{5CCB2F5E-1884-8D47-6A7C-68E9CB977B3B}"/>
              </a:ext>
            </a:extLst>
          </p:cNvPr>
          <p:cNvPicPr>
            <a:picLocks noChangeAspect="1"/>
          </p:cNvPicPr>
          <p:nvPr/>
        </p:nvPicPr>
        <p:blipFill>
          <a:blip r:embed="rId8"/>
          <a:stretch>
            <a:fillRect/>
          </a:stretch>
        </p:blipFill>
        <p:spPr>
          <a:xfrm>
            <a:off x="449184" y="4682671"/>
            <a:ext cx="619509" cy="346390"/>
          </a:xfrm>
          <a:prstGeom prst="rect">
            <a:avLst/>
          </a:prstGeom>
        </p:spPr>
      </p:pic>
      <p:pic>
        <p:nvPicPr>
          <p:cNvPr id="83" name="Picture 82" descr="Apple Logo and symbol, meaning, history ...">
            <a:extLst>
              <a:ext uri="{FF2B5EF4-FFF2-40B4-BE49-F238E27FC236}">
                <a16:creationId xmlns:a16="http://schemas.microsoft.com/office/drawing/2014/main" id="{4751C30D-BC85-7FB9-211F-4AFCDB7877BF}"/>
              </a:ext>
            </a:extLst>
          </p:cNvPr>
          <p:cNvPicPr>
            <a:picLocks noChangeAspect="1"/>
          </p:cNvPicPr>
          <p:nvPr/>
        </p:nvPicPr>
        <p:blipFill>
          <a:blip r:embed="rId4"/>
          <a:stretch>
            <a:fillRect/>
          </a:stretch>
        </p:blipFill>
        <p:spPr>
          <a:xfrm>
            <a:off x="3977430" y="4737010"/>
            <a:ext cx="578757" cy="337458"/>
          </a:xfrm>
          <a:prstGeom prst="rect">
            <a:avLst/>
          </a:prstGeom>
        </p:spPr>
      </p:pic>
      <p:pic>
        <p:nvPicPr>
          <p:cNvPr id="85" name="Picture 84" descr="Peloton Logo | SVG | Real Company | Alphabet, Letter P Logo">
            <a:extLst>
              <a:ext uri="{FF2B5EF4-FFF2-40B4-BE49-F238E27FC236}">
                <a16:creationId xmlns:a16="http://schemas.microsoft.com/office/drawing/2014/main" id="{267228FC-5A77-EACD-B1F6-6057FB84C277}"/>
              </a:ext>
            </a:extLst>
          </p:cNvPr>
          <p:cNvPicPr>
            <a:picLocks noChangeAspect="1"/>
          </p:cNvPicPr>
          <p:nvPr/>
        </p:nvPicPr>
        <p:blipFill>
          <a:blip r:embed="rId2"/>
          <a:stretch>
            <a:fillRect/>
          </a:stretch>
        </p:blipFill>
        <p:spPr>
          <a:xfrm>
            <a:off x="3048588" y="4659183"/>
            <a:ext cx="406400" cy="406400"/>
          </a:xfrm>
          <a:prstGeom prst="rect">
            <a:avLst/>
          </a:prstGeom>
        </p:spPr>
      </p:pic>
      <p:pic>
        <p:nvPicPr>
          <p:cNvPr id="87" name="Picture 86" descr="Anytime Fitness - Apps on Google Play">
            <a:extLst>
              <a:ext uri="{FF2B5EF4-FFF2-40B4-BE49-F238E27FC236}">
                <a16:creationId xmlns:a16="http://schemas.microsoft.com/office/drawing/2014/main" id="{C69B27A4-4B54-E935-95D2-B2BF057F357E}"/>
              </a:ext>
            </a:extLst>
          </p:cNvPr>
          <p:cNvPicPr>
            <a:picLocks noChangeAspect="1"/>
          </p:cNvPicPr>
          <p:nvPr/>
        </p:nvPicPr>
        <p:blipFill>
          <a:blip r:embed="rId17"/>
          <a:stretch>
            <a:fillRect/>
          </a:stretch>
        </p:blipFill>
        <p:spPr>
          <a:xfrm>
            <a:off x="1116557" y="4683834"/>
            <a:ext cx="360336" cy="335215"/>
          </a:xfrm>
          <a:prstGeom prst="rect">
            <a:avLst/>
          </a:prstGeom>
        </p:spPr>
      </p:pic>
      <p:pic>
        <p:nvPicPr>
          <p:cNvPr id="89" name="Picture 88" descr="Newsroom - Brand Guidelines">
            <a:extLst>
              <a:ext uri="{FF2B5EF4-FFF2-40B4-BE49-F238E27FC236}">
                <a16:creationId xmlns:a16="http://schemas.microsoft.com/office/drawing/2014/main" id="{8B01F11A-C395-F539-877D-AFA9E94DA521}"/>
              </a:ext>
            </a:extLst>
          </p:cNvPr>
          <p:cNvPicPr>
            <a:picLocks noChangeAspect="1"/>
          </p:cNvPicPr>
          <p:nvPr/>
        </p:nvPicPr>
        <p:blipFill>
          <a:blip r:embed="rId18"/>
          <a:stretch>
            <a:fillRect/>
          </a:stretch>
        </p:blipFill>
        <p:spPr>
          <a:xfrm>
            <a:off x="2139498" y="4711908"/>
            <a:ext cx="862638" cy="323537"/>
          </a:xfrm>
          <a:prstGeom prst="rect">
            <a:avLst/>
          </a:prstGeom>
        </p:spPr>
      </p:pic>
      <p:pic>
        <p:nvPicPr>
          <p:cNvPr id="91" name="Picture 90" descr="hammer-strength-logo - Califitness">
            <a:extLst>
              <a:ext uri="{FF2B5EF4-FFF2-40B4-BE49-F238E27FC236}">
                <a16:creationId xmlns:a16="http://schemas.microsoft.com/office/drawing/2014/main" id="{B221DE6F-43F5-C565-6735-973D5720FB67}"/>
              </a:ext>
            </a:extLst>
          </p:cNvPr>
          <p:cNvPicPr>
            <a:picLocks noChangeAspect="1"/>
          </p:cNvPicPr>
          <p:nvPr/>
        </p:nvPicPr>
        <p:blipFill>
          <a:blip r:embed="rId19"/>
          <a:stretch>
            <a:fillRect/>
          </a:stretch>
        </p:blipFill>
        <p:spPr>
          <a:xfrm>
            <a:off x="4595804" y="4700818"/>
            <a:ext cx="821211" cy="362465"/>
          </a:xfrm>
          <a:prstGeom prst="rect">
            <a:avLst/>
          </a:prstGeom>
        </p:spPr>
      </p:pic>
      <p:sp>
        <p:nvSpPr>
          <p:cNvPr id="93" name="TextBox 92">
            <a:extLst>
              <a:ext uri="{FF2B5EF4-FFF2-40B4-BE49-F238E27FC236}">
                <a16:creationId xmlns:a16="http://schemas.microsoft.com/office/drawing/2014/main" id="{1B88E9A2-8BC0-F19B-5DFE-6390F3026435}"/>
              </a:ext>
            </a:extLst>
          </p:cNvPr>
          <p:cNvSpPr txBox="1"/>
          <p:nvPr/>
        </p:nvSpPr>
        <p:spPr>
          <a:xfrm>
            <a:off x="151251" y="3973821"/>
            <a:ext cx="5451178" cy="307777"/>
          </a:xfrm>
          <a:prstGeom prst="rect">
            <a:avLst/>
          </a:prstGeom>
          <a:noFill/>
        </p:spPr>
        <p:txBody>
          <a:bodyPr wrap="square" lIns="91440" tIns="45720" rIns="91440" bIns="45720" rtlCol="0" anchor="t">
            <a:spAutoFit/>
          </a:bodyPr>
          <a:lstStyle/>
          <a:p>
            <a:pPr algn="ctr">
              <a:defRPr/>
            </a:pPr>
            <a:r>
              <a:rPr lang="en-US" sz="1400" b="1">
                <a:latin typeface="Aptos"/>
              </a:rPr>
              <a:t>Incumbents go cheap, insurgents innovate, </a:t>
            </a:r>
            <a:r>
              <a:rPr lang="en-US" sz="1400" b="1" err="1">
                <a:latin typeface="Aptos"/>
              </a:rPr>
              <a:t>Adjacents</a:t>
            </a:r>
            <a:r>
              <a:rPr lang="en-US" sz="1400" b="1">
                <a:latin typeface="Aptos"/>
              </a:rPr>
              <a:t> integrate</a:t>
            </a:r>
          </a:p>
        </p:txBody>
      </p:sp>
      <p:sp>
        <p:nvSpPr>
          <p:cNvPr id="6" name="Rectangle 5">
            <a:extLst>
              <a:ext uri="{FF2B5EF4-FFF2-40B4-BE49-F238E27FC236}">
                <a16:creationId xmlns:a16="http://schemas.microsoft.com/office/drawing/2014/main" id="{8EDF826E-67F9-BB6D-C089-8A29CC1DBD57}"/>
              </a:ext>
            </a:extLst>
          </p:cNvPr>
          <p:cNvSpPr/>
          <p:nvPr/>
        </p:nvSpPr>
        <p:spPr>
          <a:xfrm rot="16200000">
            <a:off x="3721929" y="3689022"/>
            <a:ext cx="4419184" cy="334547"/>
          </a:xfrm>
          <a:prstGeom prst="rect">
            <a:avLst/>
          </a:prstGeom>
          <a:solidFill>
            <a:srgbClr val="1D86B5"/>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200">
                <a:solidFill>
                  <a:prstClr val="white"/>
                </a:solidFill>
                <a:latin typeface="Aptos" panose="020B0004020202020204"/>
              </a:rPr>
              <a:t> FITNESS SOLUTION</a:t>
            </a:r>
            <a:r>
              <a:rPr kumimoji="0" lang="en-US" sz="1200" b="0" i="0" u="none" strike="noStrike" kern="1200" cap="none" spc="0" normalizeH="0" baseline="0" noProof="0">
                <a:ln>
                  <a:noFill/>
                </a:ln>
                <a:solidFill>
                  <a:prstClr val="white"/>
                </a:solidFill>
                <a:effectLst/>
                <a:uLnTx/>
                <a:uFillTx/>
                <a:latin typeface="Aptos" panose="020B0004020202020204"/>
                <a:ea typeface="+mn-ea"/>
                <a:cs typeface="+mn-cs"/>
              </a:rPr>
              <a:t> PREFERENCES</a:t>
            </a:r>
          </a:p>
        </p:txBody>
      </p:sp>
    </p:spTree>
    <p:extLst>
      <p:ext uri="{BB962C8B-B14F-4D97-AF65-F5344CB8AC3E}">
        <p14:creationId xmlns:p14="http://schemas.microsoft.com/office/powerpoint/2010/main" val="314423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28D15F-25F0-7724-8DA9-32E30A981DDA}"/>
            </a:ext>
          </a:extLst>
        </p:cNvPr>
        <p:cNvGrpSpPr/>
        <p:nvPr/>
      </p:nvGrpSpPr>
      <p:grpSpPr>
        <a:xfrm>
          <a:off x="0" y="0"/>
          <a:ext cx="0" cy="0"/>
          <a:chOff x="0" y="0"/>
          <a:chExt cx="0" cy="0"/>
        </a:xfrm>
      </p:grpSpPr>
      <p:pic>
        <p:nvPicPr>
          <p:cNvPr id="10" name="Graphic 9" descr="Saw blade with solid fill">
            <a:extLst>
              <a:ext uri="{FF2B5EF4-FFF2-40B4-BE49-F238E27FC236}">
                <a16:creationId xmlns:a16="http://schemas.microsoft.com/office/drawing/2014/main" id="{BB794841-1A1D-22EE-A4A1-0C8103AAB1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290" y="2781862"/>
            <a:ext cx="914400" cy="914400"/>
          </a:xfrm>
          <a:prstGeom prst="rect">
            <a:avLst/>
          </a:prstGeom>
        </p:spPr>
      </p:pic>
      <p:pic>
        <p:nvPicPr>
          <p:cNvPr id="11" name="Graphic 10" descr="Saw blade with solid fill">
            <a:extLst>
              <a:ext uri="{FF2B5EF4-FFF2-40B4-BE49-F238E27FC236}">
                <a16:creationId xmlns:a16="http://schemas.microsoft.com/office/drawing/2014/main" id="{7A05371D-3753-26FF-453E-472F8825D1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168" y="3346557"/>
            <a:ext cx="914400" cy="914400"/>
          </a:xfrm>
          <a:prstGeom prst="rect">
            <a:avLst/>
          </a:prstGeom>
        </p:spPr>
      </p:pic>
      <p:pic>
        <p:nvPicPr>
          <p:cNvPr id="12" name="Graphic 11" descr="Line arrow: Clockwise curve with solid fill">
            <a:extLst>
              <a:ext uri="{FF2B5EF4-FFF2-40B4-BE49-F238E27FC236}">
                <a16:creationId xmlns:a16="http://schemas.microsoft.com/office/drawing/2014/main" id="{0E51360F-AFC2-C789-AFF8-B263DCFA7A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6961180">
            <a:off x="479339" y="2200186"/>
            <a:ext cx="1280160" cy="1280160"/>
          </a:xfrm>
          <a:prstGeom prst="rect">
            <a:avLst/>
          </a:prstGeom>
        </p:spPr>
      </p:pic>
      <p:pic>
        <p:nvPicPr>
          <p:cNvPr id="14" name="Graphic 13" descr="Line arrow: Counter-clockwise curve with solid fill">
            <a:extLst>
              <a:ext uri="{FF2B5EF4-FFF2-40B4-BE49-F238E27FC236}">
                <a16:creationId xmlns:a16="http://schemas.microsoft.com/office/drawing/2014/main" id="{45841897-2B85-57C9-EE61-A1B3121523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977325">
            <a:off x="1059812" y="3495792"/>
            <a:ext cx="1276549" cy="1276549"/>
          </a:xfrm>
          <a:prstGeom prst="rect">
            <a:avLst/>
          </a:prstGeom>
        </p:spPr>
      </p:pic>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45FD9DB2-2E90-E87E-84F5-BC895332C530}"/>
                  </a:ext>
                </a:extLst>
              </p14:cNvPr>
              <p14:cNvContentPartPr/>
              <p14:nvPr/>
            </p14:nvContentPartPr>
            <p14:xfrm>
              <a:off x="4168730" y="2949732"/>
              <a:ext cx="360" cy="360"/>
            </p14:xfrm>
          </p:contentPart>
        </mc:Choice>
        <mc:Fallback xmlns="">
          <p:pic>
            <p:nvPicPr>
              <p:cNvPr id="16" name="Ink 15">
                <a:extLst>
                  <a:ext uri="{FF2B5EF4-FFF2-40B4-BE49-F238E27FC236}">
                    <a16:creationId xmlns:a16="http://schemas.microsoft.com/office/drawing/2014/main" id="{45FD9DB2-2E90-E87E-84F5-BC895332C530}"/>
                  </a:ext>
                </a:extLst>
              </p:cNvPr>
              <p:cNvPicPr/>
              <p:nvPr/>
            </p:nvPicPr>
            <p:blipFill>
              <a:blip r:embed="rId9"/>
              <a:stretch>
                <a:fillRect/>
              </a:stretch>
            </p:blipFill>
            <p:spPr>
              <a:xfrm>
                <a:off x="4162610" y="2943612"/>
                <a:ext cx="12600" cy="12600"/>
              </a:xfrm>
              <a:prstGeom prst="rect">
                <a:avLst/>
              </a:prstGeom>
            </p:spPr>
          </p:pic>
        </mc:Fallback>
      </mc:AlternateContent>
      <p:sp>
        <p:nvSpPr>
          <p:cNvPr id="18" name="Rectangle: Rounded Corners 17">
            <a:extLst>
              <a:ext uri="{FF2B5EF4-FFF2-40B4-BE49-F238E27FC236}">
                <a16:creationId xmlns:a16="http://schemas.microsoft.com/office/drawing/2014/main" id="{F197CFDA-DF5E-5921-0705-E83F577FE521}"/>
              </a:ext>
            </a:extLst>
          </p:cNvPr>
          <p:cNvSpPr/>
          <p:nvPr/>
        </p:nvSpPr>
        <p:spPr>
          <a:xfrm>
            <a:off x="2996110" y="953729"/>
            <a:ext cx="2790821" cy="5646282"/>
          </a:xfrm>
          <a:prstGeom prst="round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 name="Rectangle: Rounded Corners 18">
            <a:extLst>
              <a:ext uri="{FF2B5EF4-FFF2-40B4-BE49-F238E27FC236}">
                <a16:creationId xmlns:a16="http://schemas.microsoft.com/office/drawing/2014/main" id="{DF613FCF-8B75-2422-24E4-05ACC838B209}"/>
              </a:ext>
            </a:extLst>
          </p:cNvPr>
          <p:cNvSpPr/>
          <p:nvPr/>
        </p:nvSpPr>
        <p:spPr>
          <a:xfrm>
            <a:off x="5862744" y="953729"/>
            <a:ext cx="2790821" cy="564628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TextBox 24">
            <a:extLst>
              <a:ext uri="{FF2B5EF4-FFF2-40B4-BE49-F238E27FC236}">
                <a16:creationId xmlns:a16="http://schemas.microsoft.com/office/drawing/2014/main" id="{41DCA9D6-E26C-D012-B838-956DD44EEF73}"/>
              </a:ext>
            </a:extLst>
          </p:cNvPr>
          <p:cNvSpPr txBox="1"/>
          <p:nvPr/>
        </p:nvSpPr>
        <p:spPr>
          <a:xfrm>
            <a:off x="5953304" y="1425164"/>
            <a:ext cx="271303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Economic Downturns: </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Consumers may prioritize essential expenses over discretionary spending on fitness equipment and a shift towards more affordable fitness options. </a:t>
            </a:r>
            <a:endParaRPr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Changing Consumer Preferences</a:t>
            </a: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Potential shift back to traditional gym memberships with an increase of 60% in gym check-ins from 2023 to 2024. </a:t>
            </a:r>
            <a:endParaRPr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a:lnSpc>
                <a:spcPct val="100000"/>
              </a:lnSpc>
              <a:spcBef>
                <a:spcPts val="0"/>
              </a:spcBef>
              <a:spcAft>
                <a:spcPts val="0"/>
              </a:spcAft>
              <a:buClrTx/>
              <a:buSzTx/>
              <a:buFontTx/>
              <a:buNone/>
              <a:tabLst/>
              <a:defRPr/>
            </a:pPr>
            <a:endParaRPr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Motivation and Engagement: </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Some users may find it challenging to stay motivated when exercising alone at home, leading to a higher dropout rate compared to group fitness settings. </a:t>
            </a:r>
          </a:p>
          <a:p>
            <a:pPr>
              <a:defRPr/>
            </a:pP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Price Sensitivity </a:t>
            </a: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Competitors offering more affordable options could attract price-sensitive consumers, potentially shrinking </a:t>
            </a:r>
            <a:r>
              <a:rPr lang="en-US" sz="1200" dirty="0" err="1">
                <a:solidFill>
                  <a:prstClr val="black"/>
                </a:solidFill>
                <a:latin typeface="Calibri" panose="020F0502020204030204" pitchFamily="34" charset="0"/>
                <a:ea typeface="Calibri" panose="020F0502020204030204" pitchFamily="34" charset="0"/>
                <a:cs typeface="Calibri" panose="020F0502020204030204" pitchFamily="34" charset="0"/>
              </a:rPr>
              <a:t>Tonal's</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 market share. The rise of DIY fitness and free online workout resources, which may appeal to cost-conscious consumers</a:t>
            </a:r>
            <a:endParaRPr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8" name="Rectangle: Rounded Corners 27">
            <a:extLst>
              <a:ext uri="{FF2B5EF4-FFF2-40B4-BE49-F238E27FC236}">
                <a16:creationId xmlns:a16="http://schemas.microsoft.com/office/drawing/2014/main" id="{316C3328-7E2B-A11F-D23B-39B7340763EE}"/>
              </a:ext>
            </a:extLst>
          </p:cNvPr>
          <p:cNvSpPr/>
          <p:nvPr/>
        </p:nvSpPr>
        <p:spPr>
          <a:xfrm>
            <a:off x="8917055" y="922837"/>
            <a:ext cx="2790821" cy="5646282"/>
          </a:xfrm>
          <a:prstGeom prst="roundRect">
            <a:avLst/>
          </a:prstGeom>
          <a:no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4" name="TextBox 33">
            <a:extLst>
              <a:ext uri="{FF2B5EF4-FFF2-40B4-BE49-F238E27FC236}">
                <a16:creationId xmlns:a16="http://schemas.microsoft.com/office/drawing/2014/main" id="{2721813C-1A63-10CF-5F8F-1DFECE63BF72}"/>
              </a:ext>
            </a:extLst>
          </p:cNvPr>
          <p:cNvSpPr txBox="1"/>
          <p:nvPr/>
        </p:nvSpPr>
        <p:spPr>
          <a:xfrm>
            <a:off x="8918007" y="1444088"/>
            <a:ext cx="2784923"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E97132"/>
                </a:solidFill>
                <a:latin typeface="Calibri"/>
                <a:ea typeface="Calibri"/>
                <a:cs typeface="Calibri"/>
              </a:rPr>
              <a:t>Establish a strong community and expand brand partnerships </a:t>
            </a:r>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latin typeface="Calibri"/>
                <a:ea typeface="Calibri"/>
                <a:cs typeface="Calibri"/>
              </a:rPr>
              <a:t>Building an exclusive community of Tonal users will enhance brand appeal and foster a sense of belonging and social interaction that surpasses the offerings of traditional gyms</a:t>
            </a:r>
            <a:endParaRPr lang="en-US" dirty="0"/>
          </a:p>
          <a:p>
            <a:endParaRPr lang="en-US" sz="1200" dirty="0">
              <a:solidFill>
                <a:srgbClr val="000000"/>
              </a:solidFill>
              <a:latin typeface="Calibri"/>
              <a:ea typeface="Calibri"/>
              <a:cs typeface="Calibri"/>
            </a:endParaRPr>
          </a:p>
          <a:p>
            <a:r>
              <a:rPr lang="en-US" sz="1200" dirty="0">
                <a:solidFill>
                  <a:srgbClr val="215F9A"/>
                </a:solidFill>
                <a:latin typeface="Calibri"/>
                <a:ea typeface="Calibri"/>
                <a:cs typeface="Calibri"/>
              </a:rPr>
              <a:t>Enrich brand image and enhancing user retention by creating seasonal events and creating economic incentives  </a:t>
            </a:r>
          </a:p>
          <a:p>
            <a:r>
              <a:rPr lang="en-US" sz="1200" dirty="0">
                <a:latin typeface="Calibri"/>
                <a:ea typeface="Calibri"/>
                <a:cs typeface="Calibri"/>
              </a:rPr>
              <a:t>Creating economic incentives for workouts fosters an engaging experience, while in-person events enhance brand visibility and position Tonal as an aspirational product that customers are willing to invest in.</a:t>
            </a:r>
            <a:endParaRPr lang="en-US" dirty="0"/>
          </a:p>
          <a:p>
            <a:endParaRPr lang="en-US" sz="1200" b="1" dirty="0">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A02B93"/>
                </a:solidFill>
                <a:latin typeface="Calibri"/>
                <a:ea typeface="Calibri"/>
                <a:cs typeface="Calibri"/>
              </a:rPr>
              <a:t>Expand product offerings and license AI features to drive revenue which can reduce selling price </a:t>
            </a:r>
          </a:p>
          <a:p>
            <a:r>
              <a:rPr lang="en-US" sz="1200" dirty="0">
                <a:latin typeface="Calibri"/>
                <a:ea typeface="Calibri"/>
                <a:cs typeface="Calibri"/>
              </a:rPr>
              <a:t>Improving the product and exploring licensing opportunities will boost revenue, enabling a reduction in selling price and making it more affordable for customers.</a:t>
            </a:r>
            <a:endParaRPr lang="en-US" dirty="0"/>
          </a:p>
          <a:p>
            <a:endParaRPr lang="en-US" sz="1200" b="1" dirty="0">
              <a:latin typeface="Calibri" panose="020F0502020204030204" pitchFamily="34" charset="0"/>
              <a:ea typeface="Calibri" panose="020F0502020204030204" pitchFamily="34" charset="0"/>
              <a:cs typeface="Calibri" panose="020F0502020204030204" pitchFamily="34" charset="0"/>
            </a:endParaRPr>
          </a:p>
          <a:p>
            <a:endParaRPr lang="en-US" sz="1200" b="1" dirty="0">
              <a:latin typeface="Calibri" panose="020F0502020204030204" pitchFamily="34" charset="0"/>
              <a:ea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B04778CE-AD4F-EC41-0F9E-AA669BED883A}"/>
              </a:ext>
            </a:extLst>
          </p:cNvPr>
          <p:cNvSpPr txBox="1"/>
          <p:nvPr/>
        </p:nvSpPr>
        <p:spPr>
          <a:xfrm>
            <a:off x="53602" y="1501234"/>
            <a:ext cx="2853046" cy="1261884"/>
          </a:xfrm>
          <a:prstGeom prst="rect">
            <a:avLst/>
          </a:prstGeom>
          <a:noFill/>
        </p:spPr>
        <p:txBody>
          <a:bodyPr wrap="square" lIns="91440" tIns="45720" rIns="91440" bIns="45720" rtlCol="0" anchor="t">
            <a:spAutoFit/>
          </a:bodyPr>
          <a:lstStyle/>
          <a:p>
            <a:pPr algn="ct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Fitness Solution Preferences</a:t>
            </a:r>
            <a:endParaRPr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lgn="ctr">
              <a:defRPr/>
            </a:pPr>
            <a:r>
              <a:rPr lang="en-US" sz="1200" dirty="0">
                <a:latin typeface="Calibri" panose="020F0502020204030204" pitchFamily="34" charset="0"/>
                <a:ea typeface="Calibri" panose="020F0502020204030204" pitchFamily="34" charset="0"/>
                <a:cs typeface="Calibri" panose="020F0502020204030204" pitchFamily="34" charset="0"/>
              </a:rPr>
              <a:t>As of 2023, gym usage has surpassed pre-pandemic levels</a:t>
            </a:r>
            <a:r>
              <a:rPr kumimoji="0" lang="en-US" sz="12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r>
              <a:rPr lang="en-US" sz="1200" dirty="0">
                <a:latin typeface="Calibri" panose="020F0502020204030204" pitchFamily="34" charset="0"/>
                <a:ea typeface="Calibri" panose="020F0502020204030204" pitchFamily="34" charset="0"/>
                <a:cs typeface="Calibri" panose="020F0502020204030204" pitchFamily="34" charset="0"/>
              </a:rPr>
              <a:t>with a 60% increase in traditional gym check-ins during Q1 2024 compared </a:t>
            </a:r>
            <a:r>
              <a:rPr kumimoji="0" lang="en-US" sz="12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to </a:t>
            </a:r>
            <a:r>
              <a:rPr lang="en-US" sz="1200" dirty="0">
                <a:latin typeface="Calibri" panose="020F0502020204030204" pitchFamily="34" charset="0"/>
                <a:ea typeface="Calibri" panose="020F0502020204030204" pitchFamily="34" charset="0"/>
                <a:cs typeface="Calibri" panose="020F0502020204030204" pitchFamily="34" charset="0"/>
              </a:rPr>
              <a:t>Q1 2023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44F27EA8-6DDA-CDBA-D1EA-579D8CFBA466}"/>
              </a:ext>
            </a:extLst>
          </p:cNvPr>
          <p:cNvSpPr txBox="1"/>
          <p:nvPr/>
        </p:nvSpPr>
        <p:spPr>
          <a:xfrm>
            <a:off x="23122" y="4611284"/>
            <a:ext cx="3016620" cy="2092881"/>
          </a:xfrm>
          <a:prstGeom prst="rect">
            <a:avLst/>
          </a:prstGeom>
          <a:noFill/>
        </p:spPr>
        <p:txBody>
          <a:bodyPr wrap="square" lIns="91440" tIns="45720" rIns="91440" bIns="45720" rtlCol="0" anchor="t">
            <a:spAutoFit/>
          </a:bodyPr>
          <a:lstStyle/>
          <a:p>
            <a:pPr algn="ct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Consumer Purchasing Power</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defRPr/>
            </a:pPr>
            <a:r>
              <a:rPr lang="en-US" sz="1200" dirty="0">
                <a:latin typeface="Calibri" panose="020F0502020204030204" pitchFamily="34" charset="0"/>
                <a:ea typeface="Calibri" panose="020F0502020204030204" pitchFamily="34" charset="0"/>
                <a:cs typeface="Calibri" panose="020F0502020204030204" pitchFamily="34" charset="0"/>
              </a:rPr>
              <a:t>Traditional gym subscriptions typically cost around $25-$50 per month</a:t>
            </a:r>
            <a:r>
              <a:rPr kumimoji="0" lang="en-US" sz="12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r>
              <a:rPr lang="en-US" sz="1200" dirty="0">
                <a:latin typeface="Calibri" panose="020F0502020204030204" pitchFamily="34" charset="0"/>
                <a:ea typeface="Calibri" panose="020F0502020204030204" pitchFamily="34" charset="0"/>
                <a:cs typeface="Calibri" panose="020F0502020204030204" pitchFamily="34" charset="0"/>
              </a:rPr>
              <a:t>whereas high-end home gym systems require a significant upfront investment of approximately $4000. Consumer willingness to pay for premium fitness solutions may shift as economic conditions fluctuate</a:t>
            </a:r>
          </a:p>
          <a:p>
            <a:pPr marL="0" marR="0" lvl="0" indent="0" algn="ctr" defTabSz="914400">
              <a:lnSpc>
                <a:spcPct val="100000"/>
              </a:lnSpc>
              <a:spcBef>
                <a:spcPts val="0"/>
              </a:spcBef>
              <a:spcAft>
                <a:spcPts val="0"/>
              </a:spcAft>
              <a:buClrTx/>
              <a:buSzTx/>
              <a:buFontTx/>
              <a:buNone/>
              <a:tabLst/>
              <a:defRPr/>
            </a:pPr>
            <a:endParaRPr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8B8409D5-24C6-56CD-18EB-E7E0B5117B8A}"/>
              </a:ext>
            </a:extLst>
          </p:cNvPr>
          <p:cNvSpPr txBox="1"/>
          <p:nvPr/>
        </p:nvSpPr>
        <p:spPr>
          <a:xfrm>
            <a:off x="3017967" y="1459137"/>
            <a:ext cx="2713032"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dirty="0">
                <a:solidFill>
                  <a:prstClr val="black"/>
                </a:solidFill>
                <a:latin typeface="Calibri"/>
                <a:ea typeface="Calibri"/>
                <a:cs typeface="Calibri"/>
              </a:rPr>
              <a:t>Strategic Partnerships with Top Players: </a:t>
            </a:r>
            <a:r>
              <a:rPr lang="en-US" sz="1200" dirty="0">
                <a:solidFill>
                  <a:prstClr val="black"/>
                </a:solidFill>
                <a:latin typeface="Calibri"/>
                <a:ea typeface="Calibri"/>
                <a:cs typeface="Calibri"/>
              </a:rPr>
              <a:t>Collaborating with existing top brands will allow Tonal to combine brand strengths and expand customer bases through shared resources and expertise.</a:t>
            </a:r>
          </a:p>
          <a:p>
            <a:pPr>
              <a:defRPr/>
            </a:pP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Low – Cost Fitness Integration:</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 Through low-cost subscriptions with access to online classes and community challenges, Tonal can attract budget-conscious consumers</a:t>
            </a:r>
            <a:endParaRPr lang="en-US" dirty="0"/>
          </a:p>
          <a:p>
            <a:pPr>
              <a:defRPr/>
            </a:pP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r>
              <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rPr>
              <a:t>Community Driven Experiences: </a:t>
            </a:r>
            <a:r>
              <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rPr>
              <a:t>Tonal can host hybrid events that combine virtual and in-person experiences, such as live workout sessions, challenges, and meetups enabling increased user engagement</a:t>
            </a:r>
          </a:p>
          <a:p>
            <a:pPr>
              <a:defRPr/>
            </a:pP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r>
              <a:rPr lang="en-US" sz="1200" dirty="0">
                <a:solidFill>
                  <a:prstClr val="black"/>
                </a:solidFill>
                <a:latin typeface="Calibri"/>
                <a:ea typeface="Calibri"/>
                <a:cs typeface="Calibri"/>
              </a:rPr>
              <a:t> </a:t>
            </a:r>
            <a:r>
              <a:rPr lang="en-US" sz="1200" b="1" dirty="0">
                <a:solidFill>
                  <a:prstClr val="black"/>
                </a:solidFill>
                <a:latin typeface="Calibri"/>
                <a:ea typeface="Calibri"/>
                <a:cs typeface="Calibri"/>
              </a:rPr>
              <a:t>Leverage Advanced AI Features: ̌</a:t>
            </a:r>
            <a:r>
              <a:rPr lang="en-US" sz="1200" dirty="0">
                <a:solidFill>
                  <a:prstClr val="black"/>
                </a:solidFill>
                <a:latin typeface="Calibri"/>
                <a:ea typeface="Calibri"/>
                <a:cs typeface="Calibri"/>
              </a:rPr>
              <a:t>Tonal can differentiate itself by offering its AI capabilities to a variety of players in the fitness space and position itself as a tech leader in the fitness industry.</a:t>
            </a: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b="1"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defRPr/>
            </a:pPr>
            <a:endParaRPr lang="en-US" sz="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B4EFA1CF-32D5-08E9-4601-30A35CEBB490}"/>
              </a:ext>
            </a:extLst>
          </p:cNvPr>
          <p:cNvSpPr txBox="1"/>
          <p:nvPr/>
        </p:nvSpPr>
        <p:spPr>
          <a:xfrm>
            <a:off x="245940" y="162116"/>
            <a:ext cx="11703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Strategic partnerships and building on existing AI capabilities will position Tonal for growth and innovation in a shifting social and economic landscape</a:t>
            </a:r>
            <a:endParaRPr lang="en-US" b="1" dirty="0"/>
          </a:p>
        </p:txBody>
      </p:sp>
      <p:sp>
        <p:nvSpPr>
          <p:cNvPr id="48" name="AutoShape 3">
            <a:extLst>
              <a:ext uri="{FF2B5EF4-FFF2-40B4-BE49-F238E27FC236}">
                <a16:creationId xmlns:a16="http://schemas.microsoft.com/office/drawing/2014/main" id="{8D042556-55A3-6AD4-7AFE-838D1D047345}"/>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Rectangle 49">
            <a:extLst>
              <a:ext uri="{FF2B5EF4-FFF2-40B4-BE49-F238E27FC236}">
                <a16:creationId xmlns:a16="http://schemas.microsoft.com/office/drawing/2014/main" id="{75549B26-B197-16F8-0A5D-E82F032ACEF4}"/>
              </a:ext>
            </a:extLst>
          </p:cNvPr>
          <p:cNvSpPr/>
          <p:nvPr/>
        </p:nvSpPr>
        <p:spPr>
          <a:xfrm>
            <a:off x="288676" y="953729"/>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DRIVERS</a:t>
            </a:r>
          </a:p>
        </p:txBody>
      </p:sp>
      <p:sp>
        <p:nvSpPr>
          <p:cNvPr id="52" name="Rectangle 51">
            <a:extLst>
              <a:ext uri="{FF2B5EF4-FFF2-40B4-BE49-F238E27FC236}">
                <a16:creationId xmlns:a16="http://schemas.microsoft.com/office/drawing/2014/main" id="{261AF199-4A44-73E7-7E8E-4997BA4CC9C7}"/>
              </a:ext>
            </a:extLst>
          </p:cNvPr>
          <p:cNvSpPr/>
          <p:nvPr/>
        </p:nvSpPr>
        <p:spPr>
          <a:xfrm>
            <a:off x="3155310" y="1011469"/>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OPPORUNITIES</a:t>
            </a:r>
          </a:p>
        </p:txBody>
      </p:sp>
      <p:sp>
        <p:nvSpPr>
          <p:cNvPr id="54" name="Rectangle 53">
            <a:extLst>
              <a:ext uri="{FF2B5EF4-FFF2-40B4-BE49-F238E27FC236}">
                <a16:creationId xmlns:a16="http://schemas.microsoft.com/office/drawing/2014/main" id="{BF80DD9C-3BDB-8F50-43BE-215620C088A0}"/>
              </a:ext>
            </a:extLst>
          </p:cNvPr>
          <p:cNvSpPr/>
          <p:nvPr/>
        </p:nvSpPr>
        <p:spPr>
          <a:xfrm>
            <a:off x="5946131" y="1009062"/>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THREATS</a:t>
            </a:r>
          </a:p>
        </p:txBody>
      </p:sp>
      <p:sp>
        <p:nvSpPr>
          <p:cNvPr id="56" name="Rectangle 55">
            <a:extLst>
              <a:ext uri="{FF2B5EF4-FFF2-40B4-BE49-F238E27FC236}">
                <a16:creationId xmlns:a16="http://schemas.microsoft.com/office/drawing/2014/main" id="{7032DC7F-40A9-B875-C583-F5A4640E7652}"/>
              </a:ext>
            </a:extLst>
          </p:cNvPr>
          <p:cNvSpPr/>
          <p:nvPr/>
        </p:nvSpPr>
        <p:spPr>
          <a:xfrm>
            <a:off x="9075523" y="1009062"/>
            <a:ext cx="2473884" cy="2986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STRATEGIC RESPONSE</a:t>
            </a:r>
          </a:p>
        </p:txBody>
      </p:sp>
    </p:spTree>
    <p:extLst>
      <p:ext uri="{BB962C8B-B14F-4D97-AF65-F5344CB8AC3E}">
        <p14:creationId xmlns:p14="http://schemas.microsoft.com/office/powerpoint/2010/main" val="139536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808573D-0074-2A83-E4E9-785368F048B2}"/>
            </a:ext>
          </a:extLst>
        </p:cNvPr>
        <p:cNvGrpSpPr/>
        <p:nvPr/>
      </p:nvGrpSpPr>
      <p:grpSpPr>
        <a:xfrm>
          <a:off x="0" y="0"/>
          <a:ext cx="0" cy="0"/>
          <a:chOff x="0" y="0"/>
          <a:chExt cx="0" cy="0"/>
        </a:xfrm>
      </p:grpSpPr>
      <p:sp>
        <p:nvSpPr>
          <p:cNvPr id="60" name="Arrow: Right 59">
            <a:extLst>
              <a:ext uri="{FF2B5EF4-FFF2-40B4-BE49-F238E27FC236}">
                <a16:creationId xmlns:a16="http://schemas.microsoft.com/office/drawing/2014/main" id="{DDA095E0-528A-C74C-4375-EA0DE10332E5}"/>
              </a:ext>
            </a:extLst>
          </p:cNvPr>
          <p:cNvSpPr/>
          <p:nvPr/>
        </p:nvSpPr>
        <p:spPr>
          <a:xfrm>
            <a:off x="373635" y="846376"/>
            <a:ext cx="11336584" cy="426466"/>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7" name="TextBox 7">
            <a:extLst>
              <a:ext uri="{FF2B5EF4-FFF2-40B4-BE49-F238E27FC236}">
                <a16:creationId xmlns:a16="http://schemas.microsoft.com/office/drawing/2014/main" id="{4FB0EB16-EFEE-987F-79C1-EEC96A92D993}"/>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3" name="AutoShape 3">
            <a:extLst>
              <a:ext uri="{FF2B5EF4-FFF2-40B4-BE49-F238E27FC236}">
                <a16:creationId xmlns:a16="http://schemas.microsoft.com/office/drawing/2014/main" id="{1FEC85EB-3983-7612-31B2-3676BCB6314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cxnSp>
        <p:nvCxnSpPr>
          <p:cNvPr id="46" name="Straight Arrow Connector 45">
            <a:extLst>
              <a:ext uri="{FF2B5EF4-FFF2-40B4-BE49-F238E27FC236}">
                <a16:creationId xmlns:a16="http://schemas.microsoft.com/office/drawing/2014/main" id="{3560959A-483A-6C13-6848-682A05DA0E38}"/>
              </a:ext>
            </a:extLst>
          </p:cNvPr>
          <p:cNvCxnSpPr>
            <a:cxnSpLocks/>
          </p:cNvCxnSpPr>
          <p:nvPr/>
        </p:nvCxnSpPr>
        <p:spPr>
          <a:xfrm flipV="1">
            <a:off x="324467" y="880093"/>
            <a:ext cx="8373" cy="3018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9C791D8B-F746-449B-D5DF-E4B136D8A5DB}"/>
              </a:ext>
            </a:extLst>
          </p:cNvPr>
          <p:cNvCxnSpPr>
            <a:cxnSpLocks/>
          </p:cNvCxnSpPr>
          <p:nvPr/>
        </p:nvCxnSpPr>
        <p:spPr>
          <a:xfrm>
            <a:off x="324467" y="3898486"/>
            <a:ext cx="114250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Connector: Curved 47">
            <a:extLst>
              <a:ext uri="{FF2B5EF4-FFF2-40B4-BE49-F238E27FC236}">
                <a16:creationId xmlns:a16="http://schemas.microsoft.com/office/drawing/2014/main" id="{6B804026-4EBF-682F-7B9A-C94A0D9ACC0A}"/>
              </a:ext>
            </a:extLst>
          </p:cNvPr>
          <p:cNvCxnSpPr>
            <a:cxnSpLocks/>
          </p:cNvCxnSpPr>
          <p:nvPr/>
        </p:nvCxnSpPr>
        <p:spPr>
          <a:xfrm flipV="1">
            <a:off x="8139162" y="1392758"/>
            <a:ext cx="3718543" cy="846184"/>
          </a:xfrm>
          <a:prstGeom prst="curvedConnector3">
            <a:avLst>
              <a:gd name="adj1" fmla="val 1877"/>
            </a:avLst>
          </a:prstGeom>
          <a:ln w="28575">
            <a:solidFill>
              <a:srgbClr val="7E2B74"/>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AC78A49-ECE4-34EB-60D0-A7B174E8EA9C}"/>
              </a:ext>
            </a:extLst>
          </p:cNvPr>
          <p:cNvCxnSpPr>
            <a:cxnSpLocks/>
          </p:cNvCxnSpPr>
          <p:nvPr/>
        </p:nvCxnSpPr>
        <p:spPr>
          <a:xfrm>
            <a:off x="4107456" y="912750"/>
            <a:ext cx="0" cy="5756943"/>
          </a:xfrm>
          <a:prstGeom prst="line">
            <a:avLst/>
          </a:prstGeom>
          <a:ln w="12700">
            <a:solidFill>
              <a:schemeClr val="tx1">
                <a:lumMod val="65000"/>
                <a:lumOff val="3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F2C9801-7E93-4C5C-281A-BE3512A3C85A}"/>
              </a:ext>
            </a:extLst>
          </p:cNvPr>
          <p:cNvCxnSpPr>
            <a:cxnSpLocks/>
          </p:cNvCxnSpPr>
          <p:nvPr/>
        </p:nvCxnSpPr>
        <p:spPr>
          <a:xfrm>
            <a:off x="8099835" y="912750"/>
            <a:ext cx="0" cy="5719226"/>
          </a:xfrm>
          <a:prstGeom prst="line">
            <a:avLst/>
          </a:prstGeom>
          <a:ln w="12700">
            <a:solidFill>
              <a:schemeClr val="tx1">
                <a:lumMod val="65000"/>
                <a:lumOff val="35000"/>
              </a:schemeClr>
            </a:solidFill>
            <a:prstDash val="dash"/>
          </a:ln>
        </p:spPr>
        <p:style>
          <a:lnRef idx="2">
            <a:schemeClr val="accent1"/>
          </a:lnRef>
          <a:fillRef idx="0">
            <a:schemeClr val="accent1"/>
          </a:fillRef>
          <a:effectRef idx="1">
            <a:schemeClr val="accent1"/>
          </a:effectRef>
          <a:fontRef idx="minor">
            <a:schemeClr val="tx1"/>
          </a:fontRef>
        </p:style>
      </p:cxnSp>
      <p:sp>
        <p:nvSpPr>
          <p:cNvPr id="51" name="Flowchart: Alternate Process 50">
            <a:extLst>
              <a:ext uri="{FF2B5EF4-FFF2-40B4-BE49-F238E27FC236}">
                <a16:creationId xmlns:a16="http://schemas.microsoft.com/office/drawing/2014/main" id="{13365DBC-FA55-7050-B322-7F7EB363F2BB}"/>
              </a:ext>
            </a:extLst>
          </p:cNvPr>
          <p:cNvSpPr/>
          <p:nvPr/>
        </p:nvSpPr>
        <p:spPr>
          <a:xfrm>
            <a:off x="225459" y="4062893"/>
            <a:ext cx="3841948" cy="1900699"/>
          </a:xfrm>
          <a:prstGeom prst="flowChartAlternateProcess">
            <a:avLst/>
          </a:pr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a:p>
            <a:pPr algn="ctr">
              <a:defRPr/>
            </a:pPr>
            <a:endParaRPr lang="en-US">
              <a:solidFill>
                <a:prstClr val="white"/>
              </a:solidFill>
            </a:endParaRPr>
          </a:p>
        </p:txBody>
      </p:sp>
      <p:sp>
        <p:nvSpPr>
          <p:cNvPr id="52" name="Flowchart: Alternate Process 51">
            <a:extLst>
              <a:ext uri="{FF2B5EF4-FFF2-40B4-BE49-F238E27FC236}">
                <a16:creationId xmlns:a16="http://schemas.microsoft.com/office/drawing/2014/main" id="{1949B571-DAF3-A00B-506E-2CF096B1E7B4}"/>
              </a:ext>
            </a:extLst>
          </p:cNvPr>
          <p:cNvSpPr/>
          <p:nvPr/>
        </p:nvSpPr>
        <p:spPr>
          <a:xfrm>
            <a:off x="4198897" y="4021705"/>
            <a:ext cx="3841948" cy="1943207"/>
          </a:xfrm>
          <a:prstGeom prst="flowChartAlternateProcess">
            <a:avLst/>
          </a:prstGeom>
          <a:no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3" name="Flowchart: Alternate Process 52">
            <a:extLst>
              <a:ext uri="{FF2B5EF4-FFF2-40B4-BE49-F238E27FC236}">
                <a16:creationId xmlns:a16="http://schemas.microsoft.com/office/drawing/2014/main" id="{C6252114-2957-70DB-C18D-75A7F00B602A}"/>
              </a:ext>
            </a:extLst>
          </p:cNvPr>
          <p:cNvSpPr/>
          <p:nvPr/>
        </p:nvSpPr>
        <p:spPr>
          <a:xfrm>
            <a:off x="8171870" y="4052596"/>
            <a:ext cx="3841948" cy="1890403"/>
          </a:xfrm>
          <a:prstGeom prst="flowChartAlternateProcess">
            <a:avLst/>
          </a:prstGeom>
          <a:noFill/>
          <a:ln w="28575">
            <a:solidFill>
              <a:srgbClr val="7E2B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4" name="TextBox 53">
            <a:extLst>
              <a:ext uri="{FF2B5EF4-FFF2-40B4-BE49-F238E27FC236}">
                <a16:creationId xmlns:a16="http://schemas.microsoft.com/office/drawing/2014/main" id="{720DEC44-CDAA-0F41-1006-83B8403EFFA1}"/>
              </a:ext>
            </a:extLst>
          </p:cNvPr>
          <p:cNvSpPr txBox="1"/>
          <p:nvPr/>
        </p:nvSpPr>
        <p:spPr>
          <a:xfrm>
            <a:off x="1255135" y="3387964"/>
            <a:ext cx="191236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97132">
                    <a:lumMod val="75000"/>
                  </a:srgbClr>
                </a:solidFill>
                <a:effectLst/>
                <a:uLnTx/>
                <a:uFillTx/>
                <a:ea typeface="+mn-ea"/>
                <a:cs typeface="+mn-cs"/>
              </a:rPr>
              <a:t>HORIZON </a:t>
            </a:r>
            <a:r>
              <a:rPr kumimoji="0" lang="en-US" sz="1600" b="0" i="0" u="none" strike="noStrike" kern="1200" cap="none" spc="0" normalizeH="0" baseline="0" noProof="0" dirty="0">
                <a:ln>
                  <a:noFill/>
                </a:ln>
                <a:solidFill>
                  <a:srgbClr val="E97132">
                    <a:lumMod val="75000"/>
                  </a:srgbClr>
                </a:solidFill>
                <a:effectLst/>
                <a:uLnTx/>
                <a:uFillTx/>
                <a:ea typeface="+mn-ea"/>
                <a:cs typeface="+mn-cs"/>
              </a:rPr>
              <a:t>1</a:t>
            </a:r>
            <a:endParaRPr kumimoji="0" lang="en-US" sz="1800" b="0" i="0" u="none" strike="noStrike" kern="1200" cap="none" spc="0" normalizeH="0" baseline="0" noProof="0" dirty="0">
              <a:ln>
                <a:noFill/>
              </a:ln>
              <a:solidFill>
                <a:srgbClr val="E97132">
                  <a:lumMod val="7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E97132">
                    <a:lumMod val="75000"/>
                  </a:srgbClr>
                </a:solidFill>
              </a:rPr>
              <a:t>(0-2 years)</a:t>
            </a:r>
            <a:endParaRPr kumimoji="0" lang="en-US" sz="1100" b="0" i="0" u="none" strike="noStrike" kern="1200" cap="none" spc="0" normalizeH="0" baseline="0" noProof="0" dirty="0">
              <a:ln>
                <a:noFill/>
              </a:ln>
              <a:solidFill>
                <a:srgbClr val="E97132">
                  <a:lumMod val="75000"/>
                </a:srgbClr>
              </a:solidFill>
              <a:effectLst/>
              <a:uLnTx/>
              <a:uFillTx/>
              <a:ea typeface="+mn-ea"/>
              <a:cs typeface="+mn-cs"/>
            </a:endParaRPr>
          </a:p>
        </p:txBody>
      </p:sp>
      <p:sp>
        <p:nvSpPr>
          <p:cNvPr id="55" name="TextBox 54">
            <a:extLst>
              <a:ext uri="{FF2B5EF4-FFF2-40B4-BE49-F238E27FC236}">
                <a16:creationId xmlns:a16="http://schemas.microsoft.com/office/drawing/2014/main" id="{D67AED67-11DB-D0CB-35E9-D3FE655E02A1}"/>
              </a:ext>
            </a:extLst>
          </p:cNvPr>
          <p:cNvSpPr txBox="1"/>
          <p:nvPr/>
        </p:nvSpPr>
        <p:spPr>
          <a:xfrm>
            <a:off x="5211126" y="3386211"/>
            <a:ext cx="191236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5F9A"/>
                </a:solidFill>
                <a:effectLst/>
                <a:uLnTx/>
                <a:uFillTx/>
                <a:ea typeface="+mn-ea"/>
                <a:cs typeface="+mn-cs"/>
              </a:rPr>
              <a:t>HORIZON 2</a:t>
            </a:r>
            <a:endParaRPr lang="en-US" dirty="0">
              <a:solidFill>
                <a:srgbClr val="215F9A"/>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15F9A"/>
                </a:solidFill>
                <a:effectLst/>
                <a:uLnTx/>
                <a:uFillTx/>
                <a:ea typeface="+mn-ea"/>
                <a:cs typeface="+mn-cs"/>
              </a:rPr>
              <a:t>(2-4 years)</a:t>
            </a:r>
          </a:p>
        </p:txBody>
      </p:sp>
      <p:sp>
        <p:nvSpPr>
          <p:cNvPr id="56" name="TextBox 55">
            <a:extLst>
              <a:ext uri="{FF2B5EF4-FFF2-40B4-BE49-F238E27FC236}">
                <a16:creationId xmlns:a16="http://schemas.microsoft.com/office/drawing/2014/main" id="{457BC1E3-2446-9D7D-972B-043AC93BC9DE}"/>
              </a:ext>
            </a:extLst>
          </p:cNvPr>
          <p:cNvSpPr txBox="1"/>
          <p:nvPr/>
        </p:nvSpPr>
        <p:spPr>
          <a:xfrm>
            <a:off x="9031963" y="3386211"/>
            <a:ext cx="2020525" cy="53860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02B93">
                    <a:lumMod val="75000"/>
                  </a:srgbClr>
                </a:solidFill>
                <a:effectLst/>
                <a:uLnTx/>
                <a:uFillTx/>
                <a:ea typeface="+mn-ea"/>
                <a:cs typeface="+mn-cs"/>
              </a:rPr>
              <a:t>HORIZON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02B93">
                    <a:lumMod val="75000"/>
                  </a:srgbClr>
                </a:solidFill>
                <a:effectLst/>
                <a:uLnTx/>
                <a:uFillTx/>
                <a:ea typeface="+mn-ea"/>
                <a:cs typeface="+mn-cs"/>
              </a:rPr>
              <a:t>(4-6 years)</a:t>
            </a:r>
          </a:p>
        </p:txBody>
      </p:sp>
      <p:sp>
        <p:nvSpPr>
          <p:cNvPr id="58" name="Flowchart: Alternate Process 57">
            <a:extLst>
              <a:ext uri="{FF2B5EF4-FFF2-40B4-BE49-F238E27FC236}">
                <a16:creationId xmlns:a16="http://schemas.microsoft.com/office/drawing/2014/main" id="{3D56CC14-6E99-ADDE-7FD6-9A7E7E75E920}"/>
              </a:ext>
            </a:extLst>
          </p:cNvPr>
          <p:cNvSpPr/>
          <p:nvPr/>
        </p:nvSpPr>
        <p:spPr>
          <a:xfrm>
            <a:off x="4807355" y="2286752"/>
            <a:ext cx="2690550" cy="1027472"/>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defTabSz="914400" rtl="0" eaLnBrk="1" fontAlgn="auto" latinLnBrk="0" hangingPunct="1">
              <a:lnSpc>
                <a:spcPct val="100000"/>
              </a:lnSpc>
              <a:spcBef>
                <a:spcPts val="0"/>
              </a:spcBef>
              <a:spcAft>
                <a:spcPts val="0"/>
              </a:spcAft>
              <a:buClrTx/>
              <a:buSzTx/>
              <a:tabLst/>
              <a:defRPr/>
            </a:pPr>
            <a:endParaRPr lang="en-US" sz="1100" dirty="0">
              <a:solidFill>
                <a:schemeClr val="tx1"/>
              </a:solidFill>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chemeClr val="tx1"/>
                </a:solidFill>
              </a:rPr>
              <a:t>Establish economic incentives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chemeClr val="tx1"/>
                </a:solidFill>
              </a:rPr>
              <a:t>Expand Corporate Wellness Programs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chemeClr val="tx1"/>
                </a:solidFill>
              </a:rPr>
              <a:t>Update Premium Content</a:t>
            </a:r>
          </a:p>
          <a:p>
            <a:pPr marL="171450" indent="-171450">
              <a:buFont typeface="Arial" panose="020B0604020202020204" pitchFamily="34" charset="0"/>
              <a:buChar char="•"/>
              <a:defRPr/>
            </a:pPr>
            <a:endParaRPr lang="en-US" sz="1100" dirty="0">
              <a:solidFill>
                <a:schemeClr val="tx1"/>
              </a:solidFill>
              <a:ea typeface="Calibri"/>
              <a:cs typeface="Calibri"/>
            </a:endParaRPr>
          </a:p>
        </p:txBody>
      </p:sp>
      <p:sp>
        <p:nvSpPr>
          <p:cNvPr id="59" name="Flowchart: Alternate Process 58">
            <a:extLst>
              <a:ext uri="{FF2B5EF4-FFF2-40B4-BE49-F238E27FC236}">
                <a16:creationId xmlns:a16="http://schemas.microsoft.com/office/drawing/2014/main" id="{3E42DCEF-1FE0-4F94-4365-2C2DBEB38066}"/>
              </a:ext>
            </a:extLst>
          </p:cNvPr>
          <p:cNvSpPr/>
          <p:nvPr/>
        </p:nvSpPr>
        <p:spPr>
          <a:xfrm>
            <a:off x="8925739" y="1940582"/>
            <a:ext cx="2412098" cy="1027471"/>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chemeClr val="tx1"/>
                </a:solidFill>
              </a:rPr>
              <a:t>License advanced AI features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chemeClr val="tx1"/>
                </a:solidFill>
              </a:rPr>
              <a:t>Launch Tonal Experience Centers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dirty="0">
                <a:solidFill>
                  <a:schemeClr val="tx1"/>
                </a:solidFill>
              </a:rPr>
              <a:t>Support Multi-Activity Fitness Programs </a:t>
            </a:r>
          </a:p>
        </p:txBody>
      </p:sp>
      <p:sp>
        <p:nvSpPr>
          <p:cNvPr id="61" name="TextBox 60">
            <a:extLst>
              <a:ext uri="{FF2B5EF4-FFF2-40B4-BE49-F238E27FC236}">
                <a16:creationId xmlns:a16="http://schemas.microsoft.com/office/drawing/2014/main" id="{1A8B6789-21F3-E663-8F10-B6527901CDBB}"/>
              </a:ext>
            </a:extLst>
          </p:cNvPr>
          <p:cNvSpPr txBox="1"/>
          <p:nvPr/>
        </p:nvSpPr>
        <p:spPr>
          <a:xfrm>
            <a:off x="1349999" y="893086"/>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ea typeface="+mn-ea"/>
                <a:cs typeface="+mn-cs"/>
              </a:rPr>
              <a:t>NOW</a:t>
            </a:r>
            <a:endParaRPr kumimoji="0" lang="en-US" sz="1100" b="1" i="0" u="none" strike="noStrike" kern="1200" cap="none" spc="0" normalizeH="0" baseline="0" noProof="0">
              <a:ln>
                <a:noFill/>
              </a:ln>
              <a:solidFill>
                <a:prstClr val="black"/>
              </a:solidFill>
              <a:effectLst/>
              <a:uLnTx/>
              <a:uFillTx/>
              <a:ea typeface="+mn-ea"/>
              <a:cs typeface="+mn-cs"/>
            </a:endParaRPr>
          </a:p>
        </p:txBody>
      </p:sp>
      <p:sp>
        <p:nvSpPr>
          <p:cNvPr id="62" name="TextBox 61">
            <a:extLst>
              <a:ext uri="{FF2B5EF4-FFF2-40B4-BE49-F238E27FC236}">
                <a16:creationId xmlns:a16="http://schemas.microsoft.com/office/drawing/2014/main" id="{CDAEB2BB-F2D2-D4AF-A01D-2DCC654B95C1}"/>
              </a:ext>
            </a:extLst>
          </p:cNvPr>
          <p:cNvSpPr txBox="1"/>
          <p:nvPr/>
        </p:nvSpPr>
        <p:spPr>
          <a:xfrm>
            <a:off x="5198837" y="893086"/>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ea typeface="+mn-ea"/>
                <a:cs typeface="+mn-cs"/>
              </a:rPr>
              <a:t>NEXT</a:t>
            </a:r>
            <a:endParaRPr kumimoji="0" lang="en-US" sz="1100" b="1" i="0" u="none" strike="noStrike" kern="1200" cap="none" spc="0" normalizeH="0" baseline="0" noProof="0" dirty="0">
              <a:ln>
                <a:noFill/>
              </a:ln>
              <a:solidFill>
                <a:prstClr val="black"/>
              </a:solidFill>
              <a:effectLst/>
              <a:uLnTx/>
              <a:uFillTx/>
              <a:ea typeface="+mn-ea"/>
              <a:cs typeface="+mn-cs"/>
            </a:endParaRPr>
          </a:p>
        </p:txBody>
      </p:sp>
      <p:sp>
        <p:nvSpPr>
          <p:cNvPr id="63" name="TextBox 62">
            <a:extLst>
              <a:ext uri="{FF2B5EF4-FFF2-40B4-BE49-F238E27FC236}">
                <a16:creationId xmlns:a16="http://schemas.microsoft.com/office/drawing/2014/main" id="{AEB26E83-1FBA-A067-82B6-FEF24D7A4DAE}"/>
              </a:ext>
            </a:extLst>
          </p:cNvPr>
          <p:cNvSpPr txBox="1"/>
          <p:nvPr/>
        </p:nvSpPr>
        <p:spPr>
          <a:xfrm>
            <a:off x="9065360" y="912750"/>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rPr>
              <a:t>NEW</a:t>
            </a:r>
            <a:endParaRPr kumimoji="0" lang="en-US" sz="1100" b="1" i="0" u="none" strike="noStrike" kern="1200" cap="none" spc="0" normalizeH="0" baseline="0" noProof="0" dirty="0">
              <a:ln>
                <a:noFill/>
              </a:ln>
              <a:solidFill>
                <a:prstClr val="black"/>
              </a:solidFill>
              <a:effectLst/>
              <a:uLnTx/>
              <a:uFillTx/>
              <a:ea typeface="+mn-ea"/>
              <a:cs typeface="+mn-cs"/>
            </a:endParaRPr>
          </a:p>
        </p:txBody>
      </p:sp>
      <p:sp>
        <p:nvSpPr>
          <p:cNvPr id="64" name="TextBox 63">
            <a:extLst>
              <a:ext uri="{FF2B5EF4-FFF2-40B4-BE49-F238E27FC236}">
                <a16:creationId xmlns:a16="http://schemas.microsoft.com/office/drawing/2014/main" id="{D38F5AA6-A86E-8619-A66F-1D4C5DB2FCDD}"/>
              </a:ext>
            </a:extLst>
          </p:cNvPr>
          <p:cNvSpPr txBox="1"/>
          <p:nvPr/>
        </p:nvSpPr>
        <p:spPr>
          <a:xfrm rot="16200000">
            <a:off x="-758589" y="2237805"/>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ea typeface="+mn-ea"/>
                <a:cs typeface="+mn-cs"/>
              </a:rPr>
              <a:t>Value</a:t>
            </a:r>
            <a:endParaRPr kumimoji="0" lang="en-US" sz="1100" b="1" i="0" u="none" strike="noStrike" kern="1200" cap="none" spc="0" normalizeH="0" baseline="0" noProof="0" dirty="0">
              <a:ln>
                <a:noFill/>
              </a:ln>
              <a:solidFill>
                <a:prstClr val="black"/>
              </a:solidFill>
              <a:effectLst/>
              <a:uLnTx/>
              <a:uFillTx/>
              <a:ea typeface="+mn-ea"/>
              <a:cs typeface="+mn-cs"/>
            </a:endParaRPr>
          </a:p>
        </p:txBody>
      </p:sp>
      <p:cxnSp>
        <p:nvCxnSpPr>
          <p:cNvPr id="65" name="Connector: Curved 64">
            <a:extLst>
              <a:ext uri="{FF2B5EF4-FFF2-40B4-BE49-F238E27FC236}">
                <a16:creationId xmlns:a16="http://schemas.microsoft.com/office/drawing/2014/main" id="{33E43A96-9ECB-C361-60BB-59A7B11A65BA}"/>
              </a:ext>
            </a:extLst>
          </p:cNvPr>
          <p:cNvCxnSpPr>
            <a:cxnSpLocks/>
          </p:cNvCxnSpPr>
          <p:nvPr/>
        </p:nvCxnSpPr>
        <p:spPr>
          <a:xfrm flipV="1">
            <a:off x="390569" y="2939843"/>
            <a:ext cx="3625912" cy="872635"/>
          </a:xfrm>
          <a:prstGeom prst="curvedConnector3">
            <a:avLst>
              <a:gd name="adj1" fmla="val 1732"/>
            </a:avLst>
          </a:prstGeom>
          <a:ln w="28575">
            <a:solidFill>
              <a:srgbClr val="C04F15"/>
            </a:solidFill>
            <a:tailEnd type="triangle"/>
          </a:ln>
        </p:spPr>
        <p:style>
          <a:lnRef idx="2">
            <a:schemeClr val="accent1"/>
          </a:lnRef>
          <a:fillRef idx="0">
            <a:schemeClr val="accent1"/>
          </a:fillRef>
          <a:effectRef idx="1">
            <a:schemeClr val="accent1"/>
          </a:effectRef>
          <a:fontRef idx="minor">
            <a:schemeClr val="tx1"/>
          </a:fontRef>
        </p:style>
      </p:cxnSp>
      <p:cxnSp>
        <p:nvCxnSpPr>
          <p:cNvPr id="66" name="Connector: Curved 65">
            <a:extLst>
              <a:ext uri="{FF2B5EF4-FFF2-40B4-BE49-F238E27FC236}">
                <a16:creationId xmlns:a16="http://schemas.microsoft.com/office/drawing/2014/main" id="{ECFE1920-9439-C287-B228-0AA82BB10866}"/>
              </a:ext>
            </a:extLst>
          </p:cNvPr>
          <p:cNvCxnSpPr>
            <a:cxnSpLocks/>
          </p:cNvCxnSpPr>
          <p:nvPr/>
        </p:nvCxnSpPr>
        <p:spPr>
          <a:xfrm flipV="1">
            <a:off x="4218049" y="2122834"/>
            <a:ext cx="3779791" cy="859837"/>
          </a:xfrm>
          <a:prstGeom prst="curvedConnector3">
            <a:avLst>
              <a:gd name="adj1" fmla="val 1096"/>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10E5DD5-9773-73B4-3FB0-816DD940B7E5}"/>
              </a:ext>
            </a:extLst>
          </p:cNvPr>
          <p:cNvSpPr txBox="1"/>
          <p:nvPr/>
        </p:nvSpPr>
        <p:spPr>
          <a:xfrm>
            <a:off x="326845" y="4147816"/>
            <a:ext cx="3677988"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100" b="1" dirty="0"/>
              <a:t>Partner with top fitness brands </a:t>
            </a:r>
            <a:r>
              <a:rPr lang="en-US" sz="1100" dirty="0"/>
              <a:t>like Orangetheory and SoulCycle to add strength training to their offerings and </a:t>
            </a:r>
            <a:r>
              <a:rPr lang="en-US" sz="1100" b="1" dirty="0"/>
              <a:t>build an in-person community</a:t>
            </a:r>
            <a:endParaRPr lang="en-US" b="1" dirty="0"/>
          </a:p>
          <a:p>
            <a:pPr marL="171450" indent="-171450">
              <a:buFont typeface="Arial"/>
              <a:buChar char="•"/>
            </a:pPr>
            <a:r>
              <a:rPr lang="en-US" sz="1100" dirty="0">
                <a:ea typeface="+mn-lt"/>
                <a:cs typeface="+mn-lt"/>
              </a:rPr>
              <a:t>Introduce a </a:t>
            </a:r>
            <a:r>
              <a:rPr lang="en-US" sz="1100" b="1" dirty="0">
                <a:ea typeface="+mn-lt"/>
                <a:cs typeface="+mn-lt"/>
              </a:rPr>
              <a:t>freemium, tiered subscription model </a:t>
            </a:r>
            <a:r>
              <a:rPr lang="en-US" sz="1100" dirty="0">
                <a:ea typeface="+mn-lt"/>
                <a:cs typeface="+mn-lt"/>
              </a:rPr>
              <a:t>offering basic workouts and tracking to attract price-sensitive customers and encourage long-term product engagement</a:t>
            </a:r>
            <a:endParaRPr lang="en-US" dirty="0"/>
          </a:p>
          <a:p>
            <a:pPr marL="171450" indent="-171450">
              <a:buFont typeface="Arial"/>
              <a:buChar char="•"/>
            </a:pPr>
            <a:r>
              <a:rPr lang="en-US" sz="1100" dirty="0">
                <a:ea typeface="+mn-lt"/>
                <a:cs typeface="+mn-lt"/>
              </a:rPr>
              <a:t>Leverage </a:t>
            </a:r>
            <a:r>
              <a:rPr lang="en-US" sz="1100" b="1" dirty="0">
                <a:ea typeface="+mn-lt"/>
                <a:cs typeface="+mn-lt"/>
              </a:rPr>
              <a:t>city-based events</a:t>
            </a:r>
            <a:r>
              <a:rPr lang="en-US" sz="1100" dirty="0">
                <a:ea typeface="+mn-lt"/>
                <a:cs typeface="+mn-lt"/>
              </a:rPr>
              <a:t>, like run clubs, to offer </a:t>
            </a:r>
            <a:r>
              <a:rPr lang="en-US" sz="1100" dirty="0" err="1">
                <a:ea typeface="+mn-lt"/>
                <a:cs typeface="+mn-lt"/>
              </a:rPr>
              <a:t>Tonal’s</a:t>
            </a:r>
            <a:r>
              <a:rPr lang="en-US" sz="1100" dirty="0">
                <a:ea typeface="+mn-lt"/>
                <a:cs typeface="+mn-lt"/>
              </a:rPr>
              <a:t> high-net-worth users exclusive networking, social, and dating opportunities, building an elite community around the brand</a:t>
            </a:r>
            <a:endParaRPr lang="en-US" sz="1100" dirty="0"/>
          </a:p>
        </p:txBody>
      </p:sp>
      <p:sp>
        <p:nvSpPr>
          <p:cNvPr id="68" name="TextBox 67">
            <a:extLst>
              <a:ext uri="{FF2B5EF4-FFF2-40B4-BE49-F238E27FC236}">
                <a16:creationId xmlns:a16="http://schemas.microsoft.com/office/drawing/2014/main" id="{19FDAB77-5928-3FA6-8EC4-BD9B07020AF2}"/>
              </a:ext>
            </a:extLst>
          </p:cNvPr>
          <p:cNvSpPr txBox="1"/>
          <p:nvPr/>
        </p:nvSpPr>
        <p:spPr>
          <a:xfrm>
            <a:off x="8354467" y="4108486"/>
            <a:ext cx="3456322" cy="1785104"/>
          </a:xfrm>
          <a:prstGeom prst="rect">
            <a:avLst/>
          </a:prstGeom>
          <a:noFill/>
        </p:spPr>
        <p:txBody>
          <a:bodyPr wrap="square" rtlCol="0">
            <a:spAutoFit/>
          </a:bodyPr>
          <a:lstStyle/>
          <a:p>
            <a:pPr marL="171450" indent="-171450">
              <a:buFont typeface="Arial" panose="020B0604020202020204" pitchFamily="34" charset="0"/>
              <a:buChar char="•"/>
            </a:pPr>
            <a:r>
              <a:rPr lang="en-US" sz="1100" b="1" dirty="0"/>
              <a:t>License </a:t>
            </a:r>
            <a:r>
              <a:rPr lang="en-US" sz="1100" b="1" dirty="0" err="1"/>
              <a:t>Tonal’s</a:t>
            </a:r>
            <a:r>
              <a:rPr lang="en-US" sz="1100" b="1" dirty="0"/>
              <a:t> advanced AI features </a:t>
            </a:r>
            <a:r>
              <a:rPr lang="en-US" sz="1100" dirty="0"/>
              <a:t>(e.g., adaptive weight adjustment, form feedback) to gym chains(24-Hour Fitness or Equinox) and fitness app providers</a:t>
            </a:r>
          </a:p>
          <a:p>
            <a:pPr marL="171450" indent="-171450">
              <a:buFont typeface="Arial" panose="020B0604020202020204" pitchFamily="34" charset="0"/>
              <a:buChar char="•"/>
            </a:pPr>
            <a:r>
              <a:rPr lang="en-US" sz="1100" dirty="0"/>
              <a:t>Establish </a:t>
            </a:r>
            <a:r>
              <a:rPr lang="en-US" sz="1100" b="1" dirty="0"/>
              <a:t>Tonal Experience Centers </a:t>
            </a:r>
            <a:r>
              <a:rPr lang="en-US" sz="1100" dirty="0"/>
              <a:t>that offer customers an opportunity to try the product, engage in social workouts, driving brand awareness</a:t>
            </a:r>
          </a:p>
          <a:p>
            <a:pPr marL="171450" indent="-171450">
              <a:buFont typeface="Arial" panose="020B0604020202020204" pitchFamily="34" charset="0"/>
              <a:buChar char="•"/>
            </a:pPr>
            <a:r>
              <a:rPr lang="en-US" sz="1100" dirty="0"/>
              <a:t>Leverage </a:t>
            </a:r>
            <a:r>
              <a:rPr lang="en-US" sz="1100" dirty="0" err="1"/>
              <a:t>Tonal's</a:t>
            </a:r>
            <a:r>
              <a:rPr lang="en-US" sz="1100" dirty="0"/>
              <a:t> existing AI technology by </a:t>
            </a:r>
            <a:r>
              <a:rPr lang="en-US" sz="1100" b="1" dirty="0"/>
              <a:t>developing software for additional fitness activities</a:t>
            </a:r>
            <a:r>
              <a:rPr lang="en-US" sz="1100" dirty="0"/>
              <a:t> like Pilates, cycling, dance, and yoga, broadening the platform’s appeal</a:t>
            </a:r>
          </a:p>
        </p:txBody>
      </p:sp>
      <p:sp>
        <p:nvSpPr>
          <p:cNvPr id="69" name="Flowchart: Alternate Process 68">
            <a:extLst>
              <a:ext uri="{FF2B5EF4-FFF2-40B4-BE49-F238E27FC236}">
                <a16:creationId xmlns:a16="http://schemas.microsoft.com/office/drawing/2014/main" id="{A79ED77A-FA1C-7434-AA93-4E559BF38C15}"/>
              </a:ext>
            </a:extLst>
          </p:cNvPr>
          <p:cNvSpPr/>
          <p:nvPr/>
        </p:nvSpPr>
        <p:spPr>
          <a:xfrm>
            <a:off x="222505" y="6229221"/>
            <a:ext cx="3841948" cy="526406"/>
          </a:xfrm>
          <a:prstGeom prst="flowChartAlternateProcess">
            <a:avLst/>
          </a:prstGeom>
          <a:solidFill>
            <a:srgbClr val="DDD9C3"/>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Build on proprietary AI capabilities that go beyond fitness, integrating health monitoring, nutrition recommendations</a:t>
            </a:r>
          </a:p>
        </p:txBody>
      </p:sp>
      <p:sp>
        <p:nvSpPr>
          <p:cNvPr id="70" name="TextBox 69">
            <a:extLst>
              <a:ext uri="{FF2B5EF4-FFF2-40B4-BE49-F238E27FC236}">
                <a16:creationId xmlns:a16="http://schemas.microsoft.com/office/drawing/2014/main" id="{7476E62B-AC93-74AB-AFC2-3B7D35D6BFB9}"/>
              </a:ext>
            </a:extLst>
          </p:cNvPr>
          <p:cNvSpPr txBox="1"/>
          <p:nvPr/>
        </p:nvSpPr>
        <p:spPr>
          <a:xfrm>
            <a:off x="4313653" y="4177312"/>
            <a:ext cx="3677955"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100" b="1" dirty="0"/>
              <a:t>Establish economic incentives </a:t>
            </a:r>
            <a:r>
              <a:rPr lang="en-US" sz="1100" dirty="0"/>
              <a:t>around workout metrics to    create a points system which users can use to buy tonal apparel, merchandise</a:t>
            </a:r>
            <a:endParaRPr lang="en-US" dirty="0"/>
          </a:p>
          <a:p>
            <a:pPr marL="171450" indent="-171450">
              <a:buFont typeface="Arial"/>
              <a:buChar char="•"/>
            </a:pPr>
            <a:r>
              <a:rPr lang="en-US" sz="1100" dirty="0"/>
              <a:t>Partner with corporations and health insurers to </a:t>
            </a:r>
            <a:r>
              <a:rPr lang="en-US" sz="1100" b="1" dirty="0"/>
              <a:t>place Tonal units in corporate</a:t>
            </a:r>
            <a:r>
              <a:rPr lang="en-US" sz="1100" dirty="0"/>
              <a:t> wellness centers and employee gyms increasing </a:t>
            </a:r>
            <a:r>
              <a:rPr lang="en-US" sz="1100" dirty="0" err="1"/>
              <a:t>Tonal’s</a:t>
            </a:r>
            <a:r>
              <a:rPr lang="en-US" sz="1100" dirty="0"/>
              <a:t> B2B reach.</a:t>
            </a:r>
          </a:p>
          <a:p>
            <a:pPr marL="171450" indent="-171450">
              <a:buFont typeface="Arial"/>
              <a:buChar char="•"/>
            </a:pPr>
            <a:r>
              <a:rPr lang="en-US" sz="1100" b="1" dirty="0"/>
              <a:t>Offer seasonal fitness series, holiday challenges, and exclusive classes</a:t>
            </a:r>
            <a:r>
              <a:rPr lang="en-US" sz="1100" dirty="0"/>
              <a:t> led by guest influencers to keep subscribers engaged and  improve retention</a:t>
            </a:r>
          </a:p>
          <a:p>
            <a:pPr algn="l"/>
            <a:endParaRPr lang="en-US" dirty="0"/>
          </a:p>
        </p:txBody>
      </p:sp>
      <p:sp>
        <p:nvSpPr>
          <p:cNvPr id="71" name="Flowchart: Alternate Process 70">
            <a:extLst>
              <a:ext uri="{FF2B5EF4-FFF2-40B4-BE49-F238E27FC236}">
                <a16:creationId xmlns:a16="http://schemas.microsoft.com/office/drawing/2014/main" id="{583E348D-CF92-A753-2893-ED66F18B0F4A}"/>
              </a:ext>
            </a:extLst>
          </p:cNvPr>
          <p:cNvSpPr/>
          <p:nvPr/>
        </p:nvSpPr>
        <p:spPr>
          <a:xfrm>
            <a:off x="4202336" y="6220390"/>
            <a:ext cx="3841948" cy="526406"/>
          </a:xfrm>
          <a:prstGeom prst="flowChartAlternateProcess">
            <a:avLst/>
          </a:prstGeom>
          <a:solidFill>
            <a:schemeClr val="bg2">
              <a:lumMod val="90000"/>
            </a:schemeClr>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Build retail and operational expertise, including store management, customer service, and physical product demonstration capabilities</a:t>
            </a:r>
          </a:p>
        </p:txBody>
      </p:sp>
      <p:sp>
        <p:nvSpPr>
          <p:cNvPr id="4" name="Flowchart: Alternate Process 3">
            <a:extLst>
              <a:ext uri="{FF2B5EF4-FFF2-40B4-BE49-F238E27FC236}">
                <a16:creationId xmlns:a16="http://schemas.microsoft.com/office/drawing/2014/main" id="{E8AAD68A-6B1C-5832-DA61-42060C3FDDE6}"/>
              </a:ext>
            </a:extLst>
          </p:cNvPr>
          <p:cNvSpPr/>
          <p:nvPr/>
        </p:nvSpPr>
        <p:spPr>
          <a:xfrm>
            <a:off x="8164736" y="6220390"/>
            <a:ext cx="3841948" cy="526406"/>
          </a:xfrm>
          <a:prstGeom prst="flowChartAlternateProcess">
            <a:avLst/>
          </a:prstGeom>
          <a:solidFill>
            <a:schemeClr val="bg2">
              <a:lumMod val="90000"/>
            </a:schemeClr>
          </a:solidFill>
          <a:ln w="28575">
            <a:solidFill>
              <a:srgbClr val="7E2B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dirty="0">
                <a:solidFill>
                  <a:schemeClr val="tx1"/>
                </a:solidFill>
                <a:ea typeface="+mn-lt"/>
                <a:cs typeface="+mn-lt"/>
              </a:rPr>
              <a:t>Position Tonal as a tech leader by licensing AI, opening experience centers, and expanding into diverse fitness activities</a:t>
            </a:r>
            <a:endParaRPr lang="en-US" dirty="0">
              <a:solidFill>
                <a:schemeClr val="tx1"/>
              </a:solidFill>
            </a:endParaRPr>
          </a:p>
        </p:txBody>
      </p:sp>
      <p:sp>
        <p:nvSpPr>
          <p:cNvPr id="5" name="Flowchart: Alternate Process 4">
            <a:extLst>
              <a:ext uri="{FF2B5EF4-FFF2-40B4-BE49-F238E27FC236}">
                <a16:creationId xmlns:a16="http://schemas.microsoft.com/office/drawing/2014/main" id="{EB2F3D5A-91E7-964C-BE0D-4252A3678E53}"/>
              </a:ext>
            </a:extLst>
          </p:cNvPr>
          <p:cNvSpPr/>
          <p:nvPr/>
        </p:nvSpPr>
        <p:spPr>
          <a:xfrm>
            <a:off x="903970" y="1462969"/>
            <a:ext cx="2713114" cy="1075282"/>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defRPr/>
            </a:pPr>
            <a:r>
              <a:rPr lang="en-US" sz="1100" b="1" dirty="0">
                <a:solidFill>
                  <a:schemeClr val="tx1"/>
                </a:solidFill>
                <a:ea typeface="+mn-lt"/>
                <a:cs typeface="+mn-lt"/>
              </a:rPr>
              <a:t>Grow customer base with fitness brand partnerships</a:t>
            </a:r>
            <a:r>
              <a:rPr lang="en-US" sz="1100" b="1" dirty="0">
                <a:solidFill>
                  <a:schemeClr val="tx1"/>
                </a:solidFill>
                <a:ea typeface="Calibri"/>
                <a:cs typeface="Arial"/>
              </a:rPr>
              <a:t> </a:t>
            </a:r>
            <a:endParaRPr lang="en-US" b="1" dirty="0">
              <a:solidFill>
                <a:schemeClr val="tx1"/>
              </a:solidFill>
            </a:endParaRPr>
          </a:p>
          <a:p>
            <a:pPr marL="285750" indent="-285750">
              <a:buFont typeface="Arial"/>
              <a:buChar char="•"/>
              <a:defRPr/>
            </a:pPr>
            <a:r>
              <a:rPr lang="en-US" sz="1100" b="1" dirty="0">
                <a:solidFill>
                  <a:schemeClr val="tx1"/>
                </a:solidFill>
                <a:ea typeface="+mn-lt"/>
                <a:cs typeface="+mn-lt"/>
              </a:rPr>
              <a:t>Launch a freemium model to attract budget customers</a:t>
            </a:r>
            <a:endParaRPr lang="en-US" b="1" dirty="0">
              <a:solidFill>
                <a:schemeClr val="tx1"/>
              </a:solidFill>
            </a:endParaRPr>
          </a:p>
          <a:p>
            <a:pPr marL="285750" indent="-285750">
              <a:buFont typeface="Arial"/>
              <a:buChar char="•"/>
              <a:defRPr/>
            </a:pPr>
            <a:r>
              <a:rPr lang="en-US" sz="1100" b="1" dirty="0">
                <a:solidFill>
                  <a:schemeClr val="tx1"/>
                </a:solidFill>
                <a:ea typeface="+mn-lt"/>
                <a:cs typeface="+mn-lt"/>
              </a:rPr>
              <a:t>Build a premium community through events</a:t>
            </a:r>
            <a:endParaRPr lang="en-US" b="1" dirty="0">
              <a:solidFill>
                <a:schemeClr val="tx1"/>
              </a:solidFill>
            </a:endParaRPr>
          </a:p>
        </p:txBody>
      </p:sp>
      <p:sp>
        <p:nvSpPr>
          <p:cNvPr id="6" name="TextBox 2">
            <a:extLst>
              <a:ext uri="{FF2B5EF4-FFF2-40B4-BE49-F238E27FC236}">
                <a16:creationId xmlns:a16="http://schemas.microsoft.com/office/drawing/2014/main" id="{6E8B97D6-E718-9C1F-DA20-1E290BCF9478}"/>
              </a:ext>
            </a:extLst>
          </p:cNvPr>
          <p:cNvSpPr txBox="1"/>
          <p:nvPr/>
        </p:nvSpPr>
        <p:spPr>
          <a:xfrm>
            <a:off x="320335" y="127521"/>
            <a:ext cx="11607520" cy="615553"/>
          </a:xfrm>
          <a:prstGeom prst="rect">
            <a:avLst/>
          </a:prstGeom>
        </p:spPr>
        <p:txBody>
          <a:bodyPr wrap="square" lIns="0" tIns="0" rIns="0" bIns="0" rtlCol="0" anchor="t">
            <a:spAutoFit/>
          </a:bodyPr>
          <a:lstStyle/>
          <a:p>
            <a:pPr marL="0" marR="0" lvl="0" indent="0" algn="l" defTabSz="609630" rtl="0" eaLnBrk="1" fontAlgn="auto" latinLnBrk="0" hangingPunct="1">
              <a:lnSpc>
                <a:spcPts val="2400"/>
              </a:lnSpc>
              <a:spcBef>
                <a:spcPts val="0"/>
              </a:spcBef>
              <a:spcAft>
                <a:spcPts val="0"/>
              </a:spcAft>
              <a:buClrTx/>
              <a:buSzTx/>
              <a:buFontTx/>
              <a:buNone/>
              <a:tabLst/>
              <a:defRPr/>
            </a:pPr>
            <a:r>
              <a:rPr lang="en-US" b="1" dirty="0"/>
              <a:t>Tonal must introduce affordable offerings to grow its customer base, expand through strategic partnerships and leverage its AI-driven strength training expertise to navigate this challenging landscape</a:t>
            </a:r>
            <a:endParaRPr kumimoji="0" lang="en-US" b="1" i="0" u="none" strike="noStrike" kern="1200" cap="none" spc="160" normalizeH="0" baseline="0" noProof="0" dirty="0">
              <a:ln>
                <a:noFill/>
              </a:ln>
              <a:solidFill>
                <a:srgbClr val="2B2C30"/>
              </a:solidFill>
              <a:effectLst/>
              <a:uLnTx/>
              <a:uFillTx/>
              <a:ea typeface="Public Sans Bold"/>
              <a:cs typeface="Public Sans Bold"/>
              <a:sym typeface="Public Sans Bold"/>
            </a:endParaRPr>
          </a:p>
        </p:txBody>
      </p:sp>
      <p:sp>
        <p:nvSpPr>
          <p:cNvPr id="8" name="TextBox 7">
            <a:extLst>
              <a:ext uri="{FF2B5EF4-FFF2-40B4-BE49-F238E27FC236}">
                <a16:creationId xmlns:a16="http://schemas.microsoft.com/office/drawing/2014/main" id="{E21895E2-CC76-8D8E-055F-93E7052F4C4F}"/>
              </a:ext>
            </a:extLst>
          </p:cNvPr>
          <p:cNvSpPr txBox="1"/>
          <p:nvPr/>
        </p:nvSpPr>
        <p:spPr>
          <a:xfrm>
            <a:off x="10924856" y="3597379"/>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ptos" panose="02110004020202020204"/>
                <a:ea typeface="+mn-ea"/>
                <a:cs typeface="+mn-cs"/>
              </a:rPr>
              <a:t>Time</a:t>
            </a:r>
            <a:endPar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1E440334-0E74-9715-B43E-354F67024FB5}"/>
              </a:ext>
            </a:extLst>
          </p:cNvPr>
          <p:cNvSpPr/>
          <p:nvPr/>
        </p:nvSpPr>
        <p:spPr>
          <a:xfrm>
            <a:off x="351484" y="5982080"/>
            <a:ext cx="11571636" cy="2277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CAPABILITY BUILDING</a:t>
            </a:r>
          </a:p>
        </p:txBody>
      </p:sp>
      <p:cxnSp>
        <p:nvCxnSpPr>
          <p:cNvPr id="10" name="Straight Arrow Connector 9">
            <a:extLst>
              <a:ext uri="{FF2B5EF4-FFF2-40B4-BE49-F238E27FC236}">
                <a16:creationId xmlns:a16="http://schemas.microsoft.com/office/drawing/2014/main" id="{D884E4E0-8F06-6B66-4AE2-CA36AD50A6F3}"/>
              </a:ext>
            </a:extLst>
          </p:cNvPr>
          <p:cNvCxnSpPr>
            <a:cxnSpLocks/>
            <a:endCxn id="9" idx="3"/>
          </p:cNvCxnSpPr>
          <p:nvPr/>
        </p:nvCxnSpPr>
        <p:spPr>
          <a:xfrm>
            <a:off x="6889977" y="6095749"/>
            <a:ext cx="5033143" cy="192"/>
          </a:xfrm>
          <a:prstGeom prst="straightConnector1">
            <a:avLst/>
          </a:prstGeom>
          <a:ln>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3CE33240-5455-6AF4-8632-D1CB74E3F627}"/>
              </a:ext>
            </a:extLst>
          </p:cNvPr>
          <p:cNvCxnSpPr>
            <a:cxnSpLocks/>
          </p:cNvCxnSpPr>
          <p:nvPr/>
        </p:nvCxnSpPr>
        <p:spPr>
          <a:xfrm flipH="1">
            <a:off x="247765" y="6102117"/>
            <a:ext cx="5140312" cy="0"/>
          </a:xfrm>
          <a:prstGeom prst="straightConnector1">
            <a:avLst/>
          </a:prstGeom>
          <a:ln>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1687442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808573D-0074-2A83-E4E9-785368F048B2}"/>
            </a:ext>
          </a:extLst>
        </p:cNvPr>
        <p:cNvGrpSpPr/>
        <p:nvPr/>
      </p:nvGrpSpPr>
      <p:grpSpPr>
        <a:xfrm>
          <a:off x="0" y="0"/>
          <a:ext cx="0" cy="0"/>
          <a:chOff x="0" y="0"/>
          <a:chExt cx="0" cy="0"/>
        </a:xfrm>
      </p:grpSpPr>
      <p:sp>
        <p:nvSpPr>
          <p:cNvPr id="60" name="Arrow: Right 59">
            <a:extLst>
              <a:ext uri="{FF2B5EF4-FFF2-40B4-BE49-F238E27FC236}">
                <a16:creationId xmlns:a16="http://schemas.microsoft.com/office/drawing/2014/main" id="{DDA095E0-528A-C74C-4375-EA0DE10332E5}"/>
              </a:ext>
            </a:extLst>
          </p:cNvPr>
          <p:cNvSpPr/>
          <p:nvPr/>
        </p:nvSpPr>
        <p:spPr>
          <a:xfrm>
            <a:off x="373635" y="846376"/>
            <a:ext cx="11336584" cy="426466"/>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7" name="TextBox 7">
            <a:extLst>
              <a:ext uri="{FF2B5EF4-FFF2-40B4-BE49-F238E27FC236}">
                <a16:creationId xmlns:a16="http://schemas.microsoft.com/office/drawing/2014/main" id="{4FB0EB16-EFEE-987F-79C1-EEC96A92D993}"/>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3" name="AutoShape 3">
            <a:extLst>
              <a:ext uri="{FF2B5EF4-FFF2-40B4-BE49-F238E27FC236}">
                <a16:creationId xmlns:a16="http://schemas.microsoft.com/office/drawing/2014/main" id="{1FEC85EB-3983-7612-31B2-3676BCB63149}"/>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cxnSp>
        <p:nvCxnSpPr>
          <p:cNvPr id="46" name="Straight Arrow Connector 45">
            <a:extLst>
              <a:ext uri="{FF2B5EF4-FFF2-40B4-BE49-F238E27FC236}">
                <a16:creationId xmlns:a16="http://schemas.microsoft.com/office/drawing/2014/main" id="{3560959A-483A-6C13-6848-682A05DA0E38}"/>
              </a:ext>
            </a:extLst>
          </p:cNvPr>
          <p:cNvCxnSpPr>
            <a:cxnSpLocks/>
          </p:cNvCxnSpPr>
          <p:nvPr/>
        </p:nvCxnSpPr>
        <p:spPr>
          <a:xfrm flipV="1">
            <a:off x="324467" y="880093"/>
            <a:ext cx="8373" cy="3018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9C791D8B-F746-449B-D5DF-E4B136D8A5DB}"/>
              </a:ext>
            </a:extLst>
          </p:cNvPr>
          <p:cNvCxnSpPr>
            <a:cxnSpLocks/>
          </p:cNvCxnSpPr>
          <p:nvPr/>
        </p:nvCxnSpPr>
        <p:spPr>
          <a:xfrm>
            <a:off x="324467" y="3898486"/>
            <a:ext cx="114250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Connector: Curved 47">
            <a:extLst>
              <a:ext uri="{FF2B5EF4-FFF2-40B4-BE49-F238E27FC236}">
                <a16:creationId xmlns:a16="http://schemas.microsoft.com/office/drawing/2014/main" id="{6B804026-4EBF-682F-7B9A-C94A0D9ACC0A}"/>
              </a:ext>
            </a:extLst>
          </p:cNvPr>
          <p:cNvCxnSpPr>
            <a:cxnSpLocks/>
          </p:cNvCxnSpPr>
          <p:nvPr/>
        </p:nvCxnSpPr>
        <p:spPr>
          <a:xfrm flipV="1">
            <a:off x="8139162" y="1392758"/>
            <a:ext cx="3718543" cy="846184"/>
          </a:xfrm>
          <a:prstGeom prst="curvedConnector3">
            <a:avLst>
              <a:gd name="adj1" fmla="val 1877"/>
            </a:avLst>
          </a:prstGeom>
          <a:ln w="28575">
            <a:solidFill>
              <a:srgbClr val="7E2B74"/>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AC78A49-ECE4-34EB-60D0-A7B174E8EA9C}"/>
              </a:ext>
            </a:extLst>
          </p:cNvPr>
          <p:cNvCxnSpPr>
            <a:cxnSpLocks/>
          </p:cNvCxnSpPr>
          <p:nvPr/>
        </p:nvCxnSpPr>
        <p:spPr>
          <a:xfrm>
            <a:off x="4107456" y="912750"/>
            <a:ext cx="0" cy="5756943"/>
          </a:xfrm>
          <a:prstGeom prst="line">
            <a:avLst/>
          </a:prstGeom>
          <a:ln w="12700">
            <a:solidFill>
              <a:schemeClr val="tx1">
                <a:lumMod val="65000"/>
                <a:lumOff val="3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F2C9801-7E93-4C5C-281A-BE3512A3C85A}"/>
              </a:ext>
            </a:extLst>
          </p:cNvPr>
          <p:cNvCxnSpPr>
            <a:cxnSpLocks/>
          </p:cNvCxnSpPr>
          <p:nvPr/>
        </p:nvCxnSpPr>
        <p:spPr>
          <a:xfrm>
            <a:off x="8099835" y="912750"/>
            <a:ext cx="0" cy="5719226"/>
          </a:xfrm>
          <a:prstGeom prst="line">
            <a:avLst/>
          </a:prstGeom>
          <a:ln w="12700">
            <a:solidFill>
              <a:schemeClr val="tx1">
                <a:lumMod val="65000"/>
                <a:lumOff val="35000"/>
              </a:schemeClr>
            </a:solidFill>
            <a:prstDash val="dash"/>
          </a:ln>
        </p:spPr>
        <p:style>
          <a:lnRef idx="2">
            <a:schemeClr val="accent1"/>
          </a:lnRef>
          <a:fillRef idx="0">
            <a:schemeClr val="accent1"/>
          </a:fillRef>
          <a:effectRef idx="1">
            <a:schemeClr val="accent1"/>
          </a:effectRef>
          <a:fontRef idx="minor">
            <a:schemeClr val="tx1"/>
          </a:fontRef>
        </p:style>
      </p:cxnSp>
      <p:sp>
        <p:nvSpPr>
          <p:cNvPr id="51" name="Flowchart: Alternate Process 50">
            <a:extLst>
              <a:ext uri="{FF2B5EF4-FFF2-40B4-BE49-F238E27FC236}">
                <a16:creationId xmlns:a16="http://schemas.microsoft.com/office/drawing/2014/main" id="{13365DBC-FA55-7050-B322-7F7EB363F2BB}"/>
              </a:ext>
            </a:extLst>
          </p:cNvPr>
          <p:cNvSpPr/>
          <p:nvPr/>
        </p:nvSpPr>
        <p:spPr>
          <a:xfrm>
            <a:off x="225459" y="4062893"/>
            <a:ext cx="3841948" cy="1900699"/>
          </a:xfrm>
          <a:prstGeom prst="flowChartAlternateProcess">
            <a:avLst/>
          </a:prstGeom>
          <a:no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a:p>
            <a:pPr algn="ctr">
              <a:defRPr/>
            </a:pPr>
            <a:endParaRPr lang="en-US">
              <a:solidFill>
                <a:prstClr val="white"/>
              </a:solidFill>
            </a:endParaRPr>
          </a:p>
        </p:txBody>
      </p:sp>
      <p:sp>
        <p:nvSpPr>
          <p:cNvPr id="52" name="Flowchart: Alternate Process 51">
            <a:extLst>
              <a:ext uri="{FF2B5EF4-FFF2-40B4-BE49-F238E27FC236}">
                <a16:creationId xmlns:a16="http://schemas.microsoft.com/office/drawing/2014/main" id="{1949B571-DAF3-A00B-506E-2CF096B1E7B4}"/>
              </a:ext>
            </a:extLst>
          </p:cNvPr>
          <p:cNvSpPr/>
          <p:nvPr/>
        </p:nvSpPr>
        <p:spPr>
          <a:xfrm>
            <a:off x="4198897" y="4021705"/>
            <a:ext cx="3841948" cy="1943207"/>
          </a:xfrm>
          <a:prstGeom prst="flowChartAlternateProcess">
            <a:avLst/>
          </a:prstGeom>
          <a:no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3" name="Flowchart: Alternate Process 52">
            <a:extLst>
              <a:ext uri="{FF2B5EF4-FFF2-40B4-BE49-F238E27FC236}">
                <a16:creationId xmlns:a16="http://schemas.microsoft.com/office/drawing/2014/main" id="{C6252114-2957-70DB-C18D-75A7F00B602A}"/>
              </a:ext>
            </a:extLst>
          </p:cNvPr>
          <p:cNvSpPr/>
          <p:nvPr/>
        </p:nvSpPr>
        <p:spPr>
          <a:xfrm>
            <a:off x="8171870" y="4052596"/>
            <a:ext cx="3841948" cy="1890403"/>
          </a:xfrm>
          <a:prstGeom prst="flowChartAlternateProcess">
            <a:avLst/>
          </a:prstGeom>
          <a:noFill/>
          <a:ln w="28575">
            <a:solidFill>
              <a:srgbClr val="7E2B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54" name="TextBox 53">
            <a:extLst>
              <a:ext uri="{FF2B5EF4-FFF2-40B4-BE49-F238E27FC236}">
                <a16:creationId xmlns:a16="http://schemas.microsoft.com/office/drawing/2014/main" id="{720DEC44-CDAA-0F41-1006-83B8403EFFA1}"/>
              </a:ext>
            </a:extLst>
          </p:cNvPr>
          <p:cNvSpPr txBox="1"/>
          <p:nvPr/>
        </p:nvSpPr>
        <p:spPr>
          <a:xfrm>
            <a:off x="1255135" y="3387964"/>
            <a:ext cx="191236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97132">
                    <a:lumMod val="75000"/>
                  </a:srgbClr>
                </a:solidFill>
                <a:effectLst/>
                <a:uLnTx/>
                <a:uFillTx/>
                <a:ea typeface="+mn-ea"/>
                <a:cs typeface="+mn-cs"/>
              </a:rPr>
              <a:t>HORIZON </a:t>
            </a:r>
            <a:r>
              <a:rPr kumimoji="0" lang="en-US" sz="1600" b="0" i="0" u="none" strike="noStrike" kern="1200" cap="none" spc="0" normalizeH="0" baseline="0" noProof="0" dirty="0">
                <a:ln>
                  <a:noFill/>
                </a:ln>
                <a:solidFill>
                  <a:srgbClr val="E97132">
                    <a:lumMod val="75000"/>
                  </a:srgbClr>
                </a:solidFill>
                <a:effectLst/>
                <a:uLnTx/>
                <a:uFillTx/>
                <a:ea typeface="+mn-ea"/>
                <a:cs typeface="+mn-cs"/>
              </a:rPr>
              <a:t>1</a:t>
            </a:r>
            <a:endParaRPr kumimoji="0" lang="en-US" sz="1800" b="0" i="0" u="none" strike="noStrike" kern="1200" cap="none" spc="0" normalizeH="0" baseline="0" noProof="0" dirty="0">
              <a:ln>
                <a:noFill/>
              </a:ln>
              <a:solidFill>
                <a:srgbClr val="E97132">
                  <a:lumMod val="7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rgbClr val="E97132">
                    <a:lumMod val="75000"/>
                  </a:srgbClr>
                </a:solidFill>
              </a:rPr>
              <a:t>(0-2 years)</a:t>
            </a:r>
            <a:endParaRPr kumimoji="0" lang="en-US" sz="1100" b="0" i="0" u="none" strike="noStrike" kern="1200" cap="none" spc="0" normalizeH="0" baseline="0" noProof="0" dirty="0">
              <a:ln>
                <a:noFill/>
              </a:ln>
              <a:solidFill>
                <a:srgbClr val="E97132">
                  <a:lumMod val="75000"/>
                </a:srgbClr>
              </a:solidFill>
              <a:effectLst/>
              <a:uLnTx/>
              <a:uFillTx/>
              <a:ea typeface="+mn-ea"/>
              <a:cs typeface="+mn-cs"/>
            </a:endParaRPr>
          </a:p>
        </p:txBody>
      </p:sp>
      <p:sp>
        <p:nvSpPr>
          <p:cNvPr id="55" name="TextBox 54">
            <a:extLst>
              <a:ext uri="{FF2B5EF4-FFF2-40B4-BE49-F238E27FC236}">
                <a16:creationId xmlns:a16="http://schemas.microsoft.com/office/drawing/2014/main" id="{D67AED67-11DB-D0CB-35E9-D3FE655E02A1}"/>
              </a:ext>
            </a:extLst>
          </p:cNvPr>
          <p:cNvSpPr txBox="1"/>
          <p:nvPr/>
        </p:nvSpPr>
        <p:spPr>
          <a:xfrm>
            <a:off x="5211126" y="3386211"/>
            <a:ext cx="191236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5F9A"/>
                </a:solidFill>
                <a:effectLst/>
                <a:uLnTx/>
                <a:uFillTx/>
                <a:ea typeface="+mn-ea"/>
                <a:cs typeface="+mn-cs"/>
              </a:rPr>
              <a:t>HORIZON 2</a:t>
            </a:r>
            <a:endParaRPr lang="en-US" dirty="0">
              <a:solidFill>
                <a:srgbClr val="215F9A"/>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15F9A"/>
                </a:solidFill>
                <a:effectLst/>
                <a:uLnTx/>
                <a:uFillTx/>
                <a:ea typeface="+mn-ea"/>
                <a:cs typeface="+mn-cs"/>
              </a:rPr>
              <a:t>(2-4 years)</a:t>
            </a:r>
          </a:p>
        </p:txBody>
      </p:sp>
      <p:sp>
        <p:nvSpPr>
          <p:cNvPr id="56" name="TextBox 55">
            <a:extLst>
              <a:ext uri="{FF2B5EF4-FFF2-40B4-BE49-F238E27FC236}">
                <a16:creationId xmlns:a16="http://schemas.microsoft.com/office/drawing/2014/main" id="{457BC1E3-2446-9D7D-972B-043AC93BC9DE}"/>
              </a:ext>
            </a:extLst>
          </p:cNvPr>
          <p:cNvSpPr txBox="1"/>
          <p:nvPr/>
        </p:nvSpPr>
        <p:spPr>
          <a:xfrm>
            <a:off x="9031963" y="3386211"/>
            <a:ext cx="2020525" cy="53860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02B93">
                    <a:lumMod val="75000"/>
                  </a:srgbClr>
                </a:solidFill>
                <a:effectLst/>
                <a:uLnTx/>
                <a:uFillTx/>
                <a:ea typeface="+mn-ea"/>
                <a:cs typeface="+mn-cs"/>
              </a:rPr>
              <a:t>HORIZON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02B93">
                    <a:lumMod val="75000"/>
                  </a:srgbClr>
                </a:solidFill>
                <a:effectLst/>
                <a:uLnTx/>
                <a:uFillTx/>
                <a:ea typeface="+mn-ea"/>
                <a:cs typeface="+mn-cs"/>
              </a:rPr>
              <a:t>(4-6 years)</a:t>
            </a:r>
          </a:p>
        </p:txBody>
      </p:sp>
      <p:sp>
        <p:nvSpPr>
          <p:cNvPr id="58" name="Flowchart: Alternate Process 57">
            <a:extLst>
              <a:ext uri="{FF2B5EF4-FFF2-40B4-BE49-F238E27FC236}">
                <a16:creationId xmlns:a16="http://schemas.microsoft.com/office/drawing/2014/main" id="{3D56CC14-6E99-ADDE-7FD6-9A7E7E75E920}"/>
              </a:ext>
            </a:extLst>
          </p:cNvPr>
          <p:cNvSpPr/>
          <p:nvPr/>
        </p:nvSpPr>
        <p:spPr>
          <a:xfrm>
            <a:off x="4807355" y="2309163"/>
            <a:ext cx="3161197" cy="1027472"/>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defTabSz="914400" rtl="0" eaLnBrk="1" fontAlgn="auto" latinLnBrk="0" hangingPunct="1">
              <a:lnSpc>
                <a:spcPct val="100000"/>
              </a:lnSpc>
              <a:spcBef>
                <a:spcPts val="0"/>
              </a:spcBef>
              <a:spcAft>
                <a:spcPts val="0"/>
              </a:spcAft>
              <a:buClrTx/>
              <a:buSzTx/>
              <a:tabLst/>
              <a:defRPr/>
            </a:pPr>
            <a:endParaRPr lang="en-US" sz="1100" dirty="0">
              <a:solidFill>
                <a:schemeClr val="tx1"/>
              </a:solidFill>
            </a:endParaRPr>
          </a:p>
          <a:p>
            <a:pPr marL="171450" indent="-171450">
              <a:buFont typeface="Arial" panose="020B0604020202020204" pitchFamily="34" charset="0"/>
              <a:buChar char="•"/>
              <a:defRPr/>
            </a:pPr>
            <a:r>
              <a:rPr lang="en-US" sz="1100" b="1" dirty="0">
                <a:solidFill>
                  <a:schemeClr val="tx1"/>
                </a:solidFill>
                <a:cs typeface="Calibri"/>
              </a:rPr>
              <a:t>Integrate AR/VR in existing devices and services offered by Apple</a:t>
            </a:r>
          </a:p>
          <a:p>
            <a:pPr marL="171450" indent="-171450">
              <a:buFont typeface="Arial" panose="020B0604020202020204" pitchFamily="34" charset="0"/>
              <a:buChar char="•"/>
              <a:defRPr/>
            </a:pPr>
            <a:r>
              <a:rPr lang="en-US" sz="1100" b="1" dirty="0">
                <a:solidFill>
                  <a:schemeClr val="tx1"/>
                </a:solidFill>
              </a:rPr>
              <a:t>Explore opportunities in health and wellness</a:t>
            </a:r>
            <a:endParaRPr lang="en-US" sz="1100" b="1" dirty="0">
              <a:solidFill>
                <a:schemeClr val="tx1"/>
              </a:solidFill>
              <a:cs typeface="Calibri"/>
            </a:endParaRPr>
          </a:p>
          <a:p>
            <a:pPr marL="171450" indent="-171450">
              <a:buFont typeface="Arial" panose="020B0604020202020204" pitchFamily="34" charset="0"/>
              <a:buChar char="•"/>
              <a:defRPr/>
            </a:pPr>
            <a:r>
              <a:rPr lang="en-US" sz="1100" b="1" dirty="0">
                <a:solidFill>
                  <a:schemeClr val="tx1"/>
                </a:solidFill>
              </a:rPr>
              <a:t>Update Product and Services catalogue to cater to localized markets</a:t>
            </a:r>
            <a:endParaRPr lang="en-US" sz="1100" b="1" dirty="0">
              <a:solidFill>
                <a:schemeClr val="tx1"/>
              </a:solidFill>
              <a:cs typeface="Calibri"/>
            </a:endParaRPr>
          </a:p>
          <a:p>
            <a:pPr>
              <a:defRPr/>
            </a:pPr>
            <a:endParaRPr lang="en-US" sz="1100" dirty="0">
              <a:solidFill>
                <a:schemeClr val="tx1"/>
              </a:solidFill>
              <a:ea typeface="Calibri"/>
              <a:cs typeface="Calibri"/>
            </a:endParaRPr>
          </a:p>
        </p:txBody>
      </p:sp>
      <p:sp>
        <p:nvSpPr>
          <p:cNvPr id="59" name="Flowchart: Alternate Process 58">
            <a:extLst>
              <a:ext uri="{FF2B5EF4-FFF2-40B4-BE49-F238E27FC236}">
                <a16:creationId xmlns:a16="http://schemas.microsoft.com/office/drawing/2014/main" id="{3E42DCEF-1FE0-4F94-4365-2C2DBEB38066}"/>
              </a:ext>
            </a:extLst>
          </p:cNvPr>
          <p:cNvSpPr/>
          <p:nvPr/>
        </p:nvSpPr>
        <p:spPr>
          <a:xfrm>
            <a:off x="8679208" y="1716463"/>
            <a:ext cx="3129275" cy="848178"/>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defRPr/>
            </a:pPr>
            <a:r>
              <a:rPr lang="en-US" sz="1100" b="1" dirty="0">
                <a:solidFill>
                  <a:schemeClr val="tx1"/>
                </a:solidFill>
                <a:cs typeface="Calibri"/>
              </a:rPr>
              <a:t>Innovate using emerging AI capabilities to build sustainable products</a:t>
            </a:r>
            <a:endParaRPr lang="en-US" sz="1100" b="1" dirty="0">
              <a:solidFill>
                <a:schemeClr val="tx1"/>
              </a:solidFill>
            </a:endParaRPr>
          </a:p>
          <a:p>
            <a:pPr marL="171450" indent="-171450">
              <a:buFont typeface="Arial" panose="020B0604020202020204" pitchFamily="34" charset="0"/>
              <a:buChar char="•"/>
              <a:defRPr/>
            </a:pPr>
            <a:r>
              <a:rPr lang="en-US" sz="1100" b="1" dirty="0">
                <a:solidFill>
                  <a:schemeClr val="tx1"/>
                </a:solidFill>
                <a:cs typeface="Calibri"/>
              </a:rPr>
              <a:t>Explore partnerships in health and wellness</a:t>
            </a:r>
          </a:p>
          <a:p>
            <a:pPr marL="171450" indent="-171450">
              <a:buFont typeface="Arial" panose="020B0604020202020204" pitchFamily="34" charset="0"/>
              <a:buChar char="•"/>
              <a:defRPr/>
            </a:pPr>
            <a:r>
              <a:rPr lang="en-US" sz="1100" b="1" dirty="0">
                <a:solidFill>
                  <a:schemeClr val="tx1"/>
                </a:solidFill>
                <a:cs typeface="Calibri"/>
              </a:rPr>
              <a:t>Develop new features to anticipate user needs while maintaining data privacy</a:t>
            </a:r>
          </a:p>
          <a:p>
            <a:pPr marL="171450" indent="-171450">
              <a:buFont typeface="Arial" panose="020B0604020202020204" pitchFamily="34" charset="0"/>
              <a:buChar char="•"/>
              <a:defRPr/>
            </a:pPr>
            <a:endParaRPr lang="en-US" sz="1100" b="1" dirty="0">
              <a:solidFill>
                <a:schemeClr val="tx1"/>
              </a:solidFill>
              <a:cs typeface="Calibri"/>
            </a:endParaRPr>
          </a:p>
        </p:txBody>
      </p:sp>
      <p:sp>
        <p:nvSpPr>
          <p:cNvPr id="61" name="TextBox 60">
            <a:extLst>
              <a:ext uri="{FF2B5EF4-FFF2-40B4-BE49-F238E27FC236}">
                <a16:creationId xmlns:a16="http://schemas.microsoft.com/office/drawing/2014/main" id="{1A8B6789-21F3-E663-8F10-B6527901CDBB}"/>
              </a:ext>
            </a:extLst>
          </p:cNvPr>
          <p:cNvSpPr txBox="1"/>
          <p:nvPr/>
        </p:nvSpPr>
        <p:spPr>
          <a:xfrm>
            <a:off x="1349999" y="893086"/>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ea typeface="+mn-ea"/>
                <a:cs typeface="+mn-cs"/>
              </a:rPr>
              <a:t>NOW</a:t>
            </a:r>
            <a:endParaRPr kumimoji="0" lang="en-US" sz="1100" b="1" i="0" u="none" strike="noStrike" kern="1200" cap="none" spc="0" normalizeH="0" baseline="0" noProof="0">
              <a:ln>
                <a:noFill/>
              </a:ln>
              <a:solidFill>
                <a:prstClr val="black"/>
              </a:solidFill>
              <a:effectLst/>
              <a:uLnTx/>
              <a:uFillTx/>
              <a:ea typeface="+mn-ea"/>
              <a:cs typeface="+mn-cs"/>
            </a:endParaRPr>
          </a:p>
        </p:txBody>
      </p:sp>
      <p:sp>
        <p:nvSpPr>
          <p:cNvPr id="62" name="TextBox 61">
            <a:extLst>
              <a:ext uri="{FF2B5EF4-FFF2-40B4-BE49-F238E27FC236}">
                <a16:creationId xmlns:a16="http://schemas.microsoft.com/office/drawing/2014/main" id="{CDAEB2BB-F2D2-D4AF-A01D-2DCC654B95C1}"/>
              </a:ext>
            </a:extLst>
          </p:cNvPr>
          <p:cNvSpPr txBox="1"/>
          <p:nvPr/>
        </p:nvSpPr>
        <p:spPr>
          <a:xfrm>
            <a:off x="5198837" y="893086"/>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ea typeface="+mn-ea"/>
                <a:cs typeface="+mn-cs"/>
              </a:rPr>
              <a:t>NEXT</a:t>
            </a:r>
            <a:endParaRPr kumimoji="0" lang="en-US" sz="1100" b="1" i="0" u="none" strike="noStrike" kern="1200" cap="none" spc="0" normalizeH="0" baseline="0" noProof="0" dirty="0">
              <a:ln>
                <a:noFill/>
              </a:ln>
              <a:solidFill>
                <a:prstClr val="black"/>
              </a:solidFill>
              <a:effectLst/>
              <a:uLnTx/>
              <a:uFillTx/>
              <a:ea typeface="+mn-ea"/>
              <a:cs typeface="+mn-cs"/>
            </a:endParaRPr>
          </a:p>
        </p:txBody>
      </p:sp>
      <p:sp>
        <p:nvSpPr>
          <p:cNvPr id="63" name="TextBox 62">
            <a:extLst>
              <a:ext uri="{FF2B5EF4-FFF2-40B4-BE49-F238E27FC236}">
                <a16:creationId xmlns:a16="http://schemas.microsoft.com/office/drawing/2014/main" id="{AEB26E83-1FBA-A067-82B6-FEF24D7A4DAE}"/>
              </a:ext>
            </a:extLst>
          </p:cNvPr>
          <p:cNvSpPr txBox="1"/>
          <p:nvPr/>
        </p:nvSpPr>
        <p:spPr>
          <a:xfrm>
            <a:off x="9065360" y="912750"/>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rPr>
              <a:t>NEW</a:t>
            </a:r>
            <a:endParaRPr kumimoji="0" lang="en-US" sz="1100" b="1" i="0" u="none" strike="noStrike" kern="1200" cap="none" spc="0" normalizeH="0" baseline="0" noProof="0" dirty="0">
              <a:ln>
                <a:noFill/>
              </a:ln>
              <a:solidFill>
                <a:prstClr val="black"/>
              </a:solidFill>
              <a:effectLst/>
              <a:uLnTx/>
              <a:uFillTx/>
              <a:ea typeface="+mn-ea"/>
              <a:cs typeface="+mn-cs"/>
            </a:endParaRPr>
          </a:p>
        </p:txBody>
      </p:sp>
      <p:sp>
        <p:nvSpPr>
          <p:cNvPr id="64" name="TextBox 63">
            <a:extLst>
              <a:ext uri="{FF2B5EF4-FFF2-40B4-BE49-F238E27FC236}">
                <a16:creationId xmlns:a16="http://schemas.microsoft.com/office/drawing/2014/main" id="{D38F5AA6-A86E-8619-A66F-1D4C5DB2FCDD}"/>
              </a:ext>
            </a:extLst>
          </p:cNvPr>
          <p:cNvSpPr txBox="1"/>
          <p:nvPr/>
        </p:nvSpPr>
        <p:spPr>
          <a:xfrm rot="16200000">
            <a:off x="-758589" y="2237805"/>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ea typeface="+mn-ea"/>
                <a:cs typeface="+mn-cs"/>
              </a:rPr>
              <a:t>Value</a:t>
            </a:r>
            <a:endParaRPr kumimoji="0" lang="en-US" sz="1100" b="1" i="0" u="none" strike="noStrike" kern="1200" cap="none" spc="0" normalizeH="0" baseline="0" noProof="0" dirty="0">
              <a:ln>
                <a:noFill/>
              </a:ln>
              <a:solidFill>
                <a:prstClr val="black"/>
              </a:solidFill>
              <a:effectLst/>
              <a:uLnTx/>
              <a:uFillTx/>
              <a:ea typeface="+mn-ea"/>
              <a:cs typeface="+mn-cs"/>
            </a:endParaRPr>
          </a:p>
        </p:txBody>
      </p:sp>
      <p:cxnSp>
        <p:nvCxnSpPr>
          <p:cNvPr id="65" name="Connector: Curved 64">
            <a:extLst>
              <a:ext uri="{FF2B5EF4-FFF2-40B4-BE49-F238E27FC236}">
                <a16:creationId xmlns:a16="http://schemas.microsoft.com/office/drawing/2014/main" id="{33E43A96-9ECB-C361-60BB-59A7B11A65BA}"/>
              </a:ext>
            </a:extLst>
          </p:cNvPr>
          <p:cNvCxnSpPr>
            <a:cxnSpLocks/>
          </p:cNvCxnSpPr>
          <p:nvPr/>
        </p:nvCxnSpPr>
        <p:spPr>
          <a:xfrm flipV="1">
            <a:off x="390569" y="2939843"/>
            <a:ext cx="3625912" cy="872635"/>
          </a:xfrm>
          <a:prstGeom prst="curvedConnector3">
            <a:avLst>
              <a:gd name="adj1" fmla="val 1732"/>
            </a:avLst>
          </a:prstGeom>
          <a:ln w="28575">
            <a:solidFill>
              <a:srgbClr val="C04F15"/>
            </a:solidFill>
            <a:tailEnd type="triangle"/>
          </a:ln>
        </p:spPr>
        <p:style>
          <a:lnRef idx="2">
            <a:schemeClr val="accent1"/>
          </a:lnRef>
          <a:fillRef idx="0">
            <a:schemeClr val="accent1"/>
          </a:fillRef>
          <a:effectRef idx="1">
            <a:schemeClr val="accent1"/>
          </a:effectRef>
          <a:fontRef idx="minor">
            <a:schemeClr val="tx1"/>
          </a:fontRef>
        </p:style>
      </p:cxnSp>
      <p:cxnSp>
        <p:nvCxnSpPr>
          <p:cNvPr id="66" name="Connector: Curved 65">
            <a:extLst>
              <a:ext uri="{FF2B5EF4-FFF2-40B4-BE49-F238E27FC236}">
                <a16:creationId xmlns:a16="http://schemas.microsoft.com/office/drawing/2014/main" id="{ECFE1920-9439-C287-B228-0AA82BB10866}"/>
              </a:ext>
            </a:extLst>
          </p:cNvPr>
          <p:cNvCxnSpPr>
            <a:cxnSpLocks/>
          </p:cNvCxnSpPr>
          <p:nvPr/>
        </p:nvCxnSpPr>
        <p:spPr>
          <a:xfrm flipV="1">
            <a:off x="4218049" y="2122834"/>
            <a:ext cx="3779791" cy="859837"/>
          </a:xfrm>
          <a:prstGeom prst="curvedConnector3">
            <a:avLst>
              <a:gd name="adj1" fmla="val 1096"/>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10E5DD5-9773-73B4-3FB0-816DD940B7E5}"/>
              </a:ext>
            </a:extLst>
          </p:cNvPr>
          <p:cNvSpPr txBox="1"/>
          <p:nvPr/>
        </p:nvSpPr>
        <p:spPr>
          <a:xfrm>
            <a:off x="326845" y="4147816"/>
            <a:ext cx="3677988"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100" b="1" dirty="0"/>
              <a:t>Expand the capabilities of Siri</a:t>
            </a:r>
            <a:r>
              <a:rPr lang="en-US" sz="1100" dirty="0"/>
              <a:t> and integrate with Apple AI  to capitalize on the evolving technology</a:t>
            </a:r>
            <a:endParaRPr lang="en-US" sz="1100" dirty="0">
              <a:cs typeface="Calibri"/>
            </a:endParaRPr>
          </a:p>
          <a:p>
            <a:pPr marL="171450" indent="-171450">
              <a:buFont typeface="Arial"/>
              <a:buChar char="•"/>
            </a:pPr>
            <a:r>
              <a:rPr lang="en-US" sz="1100" b="1" dirty="0">
                <a:cs typeface="Calibri"/>
              </a:rPr>
              <a:t>Develop </a:t>
            </a:r>
            <a:r>
              <a:rPr lang="en-US" sz="1100" dirty="0">
                <a:cs typeface="Calibri"/>
              </a:rPr>
              <a:t>new subscription models alongside existing ones for various services offered by Apple to reach a wider audience</a:t>
            </a:r>
          </a:p>
          <a:p>
            <a:pPr marL="171450" indent="-171450">
              <a:buFont typeface="Arial"/>
              <a:buChar char="•"/>
            </a:pPr>
            <a:r>
              <a:rPr lang="en-US" sz="1100" b="1" dirty="0">
                <a:ea typeface="+mn-lt"/>
                <a:cs typeface="+mn-lt"/>
              </a:rPr>
              <a:t>Leverage</a:t>
            </a:r>
            <a:r>
              <a:rPr lang="en-US" sz="1100" dirty="0">
                <a:ea typeface="+mn-lt"/>
                <a:cs typeface="+mn-lt"/>
              </a:rPr>
              <a:t> the Privacy feature of Apple to build on and promote Private Cloud Computing for enhanced data protection </a:t>
            </a:r>
            <a:endParaRPr lang="en-US" sz="1100" dirty="0">
              <a:cs typeface="Calibri"/>
            </a:endParaRPr>
          </a:p>
        </p:txBody>
      </p:sp>
      <p:sp>
        <p:nvSpPr>
          <p:cNvPr id="68" name="TextBox 67">
            <a:extLst>
              <a:ext uri="{FF2B5EF4-FFF2-40B4-BE49-F238E27FC236}">
                <a16:creationId xmlns:a16="http://schemas.microsoft.com/office/drawing/2014/main" id="{19FDAB77-5928-3FA6-8EC4-BD9B07020AF2}"/>
              </a:ext>
            </a:extLst>
          </p:cNvPr>
          <p:cNvSpPr txBox="1"/>
          <p:nvPr/>
        </p:nvSpPr>
        <p:spPr>
          <a:xfrm>
            <a:off x="8354467" y="4108486"/>
            <a:ext cx="3456322" cy="161582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100" dirty="0"/>
              <a:t>Research brain-computer interfaces and explore quantum computing capabilities and its integration in consumer products</a:t>
            </a:r>
            <a:endParaRPr lang="en-US" dirty="0"/>
          </a:p>
          <a:p>
            <a:pPr marL="171450" indent="-171450">
              <a:buFont typeface="Arial" panose="020B0604020202020204" pitchFamily="34" charset="0"/>
              <a:buChar char="•"/>
            </a:pPr>
            <a:r>
              <a:rPr lang="en-US" sz="1100" dirty="0">
                <a:cs typeface="Calibri"/>
              </a:rPr>
              <a:t>Partner with health and fitness providers, solutions and insurers to leverage the privacy policy and Apple ecosystem advantages</a:t>
            </a:r>
          </a:p>
          <a:p>
            <a:pPr marL="171450" indent="-171450">
              <a:buFont typeface="Arial" panose="020B0604020202020204" pitchFamily="34" charset="0"/>
              <a:buChar char="•"/>
            </a:pPr>
            <a:r>
              <a:rPr lang="en-US" sz="1100" dirty="0">
                <a:cs typeface="Calibri"/>
              </a:rPr>
              <a:t>Create new features, services and products that better understand user needs and differentiates Apple from its competitors </a:t>
            </a:r>
          </a:p>
        </p:txBody>
      </p:sp>
      <p:sp>
        <p:nvSpPr>
          <p:cNvPr id="69" name="Flowchart: Alternate Process 68">
            <a:extLst>
              <a:ext uri="{FF2B5EF4-FFF2-40B4-BE49-F238E27FC236}">
                <a16:creationId xmlns:a16="http://schemas.microsoft.com/office/drawing/2014/main" id="{A79ED77A-FA1C-7434-AA93-4E559BF38C15}"/>
              </a:ext>
            </a:extLst>
          </p:cNvPr>
          <p:cNvSpPr/>
          <p:nvPr/>
        </p:nvSpPr>
        <p:spPr>
          <a:xfrm>
            <a:off x="222505" y="6229221"/>
            <a:ext cx="3841948" cy="526406"/>
          </a:xfrm>
          <a:prstGeom prst="flowChartAlternateProcess">
            <a:avLst/>
          </a:prstGeom>
          <a:solidFill>
            <a:srgbClr val="DDD9C3"/>
          </a:solidFill>
          <a:ln w="2857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dirty="0">
                <a:solidFill>
                  <a:schemeClr val="tx1"/>
                </a:solidFill>
              </a:rPr>
              <a:t>Build on existing devices to integrate emerging AI capabilities into the existing Apple ecosystem</a:t>
            </a:r>
            <a:endParaRPr lang="en-US" sz="1100" dirty="0">
              <a:solidFill>
                <a:schemeClr val="tx1"/>
              </a:solidFill>
              <a:cs typeface="Calibri"/>
            </a:endParaRPr>
          </a:p>
        </p:txBody>
      </p:sp>
      <p:sp>
        <p:nvSpPr>
          <p:cNvPr id="70" name="TextBox 69">
            <a:extLst>
              <a:ext uri="{FF2B5EF4-FFF2-40B4-BE49-F238E27FC236}">
                <a16:creationId xmlns:a16="http://schemas.microsoft.com/office/drawing/2014/main" id="{7476E62B-AC93-74AB-AFC2-3B7D35D6BFB9}"/>
              </a:ext>
            </a:extLst>
          </p:cNvPr>
          <p:cNvSpPr txBox="1"/>
          <p:nvPr/>
        </p:nvSpPr>
        <p:spPr>
          <a:xfrm>
            <a:off x="4313653" y="4177312"/>
            <a:ext cx="3677955"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100" b="1" dirty="0"/>
              <a:t>Invest in innovation </a:t>
            </a:r>
            <a:r>
              <a:rPr lang="en-US" sz="1100" dirty="0"/>
              <a:t>around integration of AR/VR in existing devices at affordable price points</a:t>
            </a:r>
            <a:endParaRPr lang="en-US" sz="1100" dirty="0" err="1">
              <a:cs typeface="Calibri"/>
            </a:endParaRPr>
          </a:p>
          <a:p>
            <a:pPr marL="171450" indent="-171450">
              <a:buFont typeface="Arial"/>
              <a:buChar char="•"/>
            </a:pPr>
            <a:r>
              <a:rPr lang="en-US" sz="1100" b="1" dirty="0"/>
              <a:t>Focus on optimization </a:t>
            </a:r>
            <a:r>
              <a:rPr lang="en-US" sz="1100" dirty="0"/>
              <a:t>of wearables and seamless integration and expansion in both physical and mental health wellness</a:t>
            </a:r>
            <a:endParaRPr lang="en-US" sz="1100" dirty="0">
              <a:cs typeface="Calibri"/>
            </a:endParaRPr>
          </a:p>
          <a:p>
            <a:pPr marL="171450" indent="-171450">
              <a:buFont typeface="Arial"/>
              <a:buChar char="•"/>
            </a:pPr>
            <a:r>
              <a:rPr lang="en-US" sz="1100" b="1" dirty="0">
                <a:cs typeface="Calibri"/>
              </a:rPr>
              <a:t>Develop tailored products</a:t>
            </a:r>
            <a:r>
              <a:rPr lang="en-US" sz="1100" dirty="0">
                <a:cs typeface="Calibri"/>
              </a:rPr>
              <a:t> and services for emerging economies and explore local partnerships to enhance market penetration</a:t>
            </a:r>
            <a:endParaRPr lang="en-US" sz="1100" dirty="0"/>
          </a:p>
          <a:p>
            <a:pPr algn="l"/>
            <a:endParaRPr lang="en-US" dirty="0"/>
          </a:p>
        </p:txBody>
      </p:sp>
      <p:sp>
        <p:nvSpPr>
          <p:cNvPr id="71" name="Flowchart: Alternate Process 70">
            <a:extLst>
              <a:ext uri="{FF2B5EF4-FFF2-40B4-BE49-F238E27FC236}">
                <a16:creationId xmlns:a16="http://schemas.microsoft.com/office/drawing/2014/main" id="{583E348D-CF92-A753-2893-ED66F18B0F4A}"/>
              </a:ext>
            </a:extLst>
          </p:cNvPr>
          <p:cNvSpPr/>
          <p:nvPr/>
        </p:nvSpPr>
        <p:spPr>
          <a:xfrm>
            <a:off x="4202336" y="6220390"/>
            <a:ext cx="3841948" cy="526406"/>
          </a:xfrm>
          <a:prstGeom prst="flowChartAlternateProcess">
            <a:avLst/>
          </a:prstGeom>
          <a:solidFill>
            <a:schemeClr val="bg2">
              <a:lumMod val="90000"/>
            </a:schemeClr>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dirty="0">
                <a:solidFill>
                  <a:schemeClr val="tx1"/>
                </a:solidFill>
              </a:rPr>
              <a:t>Build products to tap into emerging markets and invest in innovation in wearables and health technology</a:t>
            </a:r>
            <a:endParaRPr lang="en-US" sz="1100" dirty="0">
              <a:solidFill>
                <a:schemeClr val="tx1"/>
              </a:solidFill>
              <a:cs typeface="Calibri"/>
            </a:endParaRPr>
          </a:p>
        </p:txBody>
      </p:sp>
      <p:sp>
        <p:nvSpPr>
          <p:cNvPr id="4" name="Flowchart: Alternate Process 3">
            <a:extLst>
              <a:ext uri="{FF2B5EF4-FFF2-40B4-BE49-F238E27FC236}">
                <a16:creationId xmlns:a16="http://schemas.microsoft.com/office/drawing/2014/main" id="{E8AAD68A-6B1C-5832-DA61-42060C3FDDE6}"/>
              </a:ext>
            </a:extLst>
          </p:cNvPr>
          <p:cNvSpPr/>
          <p:nvPr/>
        </p:nvSpPr>
        <p:spPr>
          <a:xfrm>
            <a:off x="8164736" y="6220390"/>
            <a:ext cx="3841948" cy="526406"/>
          </a:xfrm>
          <a:prstGeom prst="flowChartAlternateProcess">
            <a:avLst/>
          </a:prstGeom>
          <a:solidFill>
            <a:schemeClr val="bg2">
              <a:lumMod val="90000"/>
            </a:schemeClr>
          </a:solidFill>
          <a:ln w="28575">
            <a:solidFill>
              <a:srgbClr val="7E2B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1100" dirty="0">
                <a:solidFill>
                  <a:schemeClr val="tx1"/>
                </a:solidFill>
                <a:ea typeface="+mn-lt"/>
                <a:cs typeface="+mn-lt"/>
              </a:rPr>
              <a:t>Position Apple as Tech leader across various lines of products and innovator in the evolving AI environment</a:t>
            </a:r>
            <a:endParaRPr lang="en-US" sz="1100" dirty="0">
              <a:solidFill>
                <a:schemeClr val="tx1"/>
              </a:solidFill>
              <a:cs typeface="Calibri"/>
            </a:endParaRPr>
          </a:p>
        </p:txBody>
      </p:sp>
      <p:sp>
        <p:nvSpPr>
          <p:cNvPr id="5" name="Flowchart: Alternate Process 4">
            <a:extLst>
              <a:ext uri="{FF2B5EF4-FFF2-40B4-BE49-F238E27FC236}">
                <a16:creationId xmlns:a16="http://schemas.microsoft.com/office/drawing/2014/main" id="{EB2F3D5A-91E7-964C-BE0D-4252A3678E53}"/>
              </a:ext>
            </a:extLst>
          </p:cNvPr>
          <p:cNvSpPr/>
          <p:nvPr/>
        </p:nvSpPr>
        <p:spPr>
          <a:xfrm>
            <a:off x="903970" y="1462969"/>
            <a:ext cx="2713114" cy="1075282"/>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defRPr/>
            </a:pPr>
            <a:r>
              <a:rPr lang="en-US" sz="1100" b="1" dirty="0">
                <a:solidFill>
                  <a:schemeClr val="tx1"/>
                </a:solidFill>
                <a:cs typeface="Calibri"/>
              </a:rPr>
              <a:t>Focus on integrating AI capabilities across all product lines</a:t>
            </a:r>
          </a:p>
          <a:p>
            <a:pPr marL="285750" indent="-285750">
              <a:buFont typeface="Arial"/>
              <a:buChar char="•"/>
              <a:defRPr/>
            </a:pPr>
            <a:r>
              <a:rPr lang="en-US" sz="1100" b="1" dirty="0">
                <a:solidFill>
                  <a:schemeClr val="tx1"/>
                </a:solidFill>
                <a:ea typeface="+mn-lt"/>
                <a:cs typeface="+mn-lt"/>
              </a:rPr>
              <a:t>Launch affordable subscription models in emerging economies</a:t>
            </a:r>
            <a:endParaRPr lang="en-US" sz="1100" b="1" dirty="0">
              <a:solidFill>
                <a:schemeClr val="tx1"/>
              </a:solidFill>
              <a:cs typeface="Calibri"/>
            </a:endParaRPr>
          </a:p>
          <a:p>
            <a:pPr marL="285750" indent="-285750">
              <a:buFont typeface="Arial"/>
              <a:buChar char="•"/>
              <a:defRPr/>
            </a:pPr>
            <a:r>
              <a:rPr lang="en-US" sz="1100" b="1" dirty="0">
                <a:solidFill>
                  <a:schemeClr val="tx1"/>
                </a:solidFill>
                <a:cs typeface="Calibri"/>
              </a:rPr>
              <a:t>Implement privacy focused features across all products and services</a:t>
            </a:r>
          </a:p>
        </p:txBody>
      </p:sp>
      <p:sp>
        <p:nvSpPr>
          <p:cNvPr id="6" name="TextBox 2">
            <a:extLst>
              <a:ext uri="{FF2B5EF4-FFF2-40B4-BE49-F238E27FC236}">
                <a16:creationId xmlns:a16="http://schemas.microsoft.com/office/drawing/2014/main" id="{6E8B97D6-E718-9C1F-DA20-1E290BCF9478}"/>
              </a:ext>
            </a:extLst>
          </p:cNvPr>
          <p:cNvSpPr txBox="1"/>
          <p:nvPr/>
        </p:nvSpPr>
        <p:spPr>
          <a:xfrm>
            <a:off x="320335" y="127521"/>
            <a:ext cx="11607520" cy="615553"/>
          </a:xfrm>
          <a:prstGeom prst="rect">
            <a:avLst/>
          </a:prstGeom>
        </p:spPr>
        <p:txBody>
          <a:bodyPr wrap="square" lIns="0" tIns="0" rIns="0" bIns="0" rtlCol="0" anchor="t">
            <a:spAutoFit/>
          </a:bodyPr>
          <a:lstStyle/>
          <a:p>
            <a:pPr marL="0" marR="0" lvl="0" indent="0" algn="l" defTabSz="609630" rtl="0" eaLnBrk="1" fontAlgn="auto" latinLnBrk="0" hangingPunct="1">
              <a:lnSpc>
                <a:spcPts val="2400"/>
              </a:lnSpc>
              <a:spcBef>
                <a:spcPts val="0"/>
              </a:spcBef>
              <a:spcAft>
                <a:spcPts val="0"/>
              </a:spcAft>
              <a:buClrTx/>
              <a:buSzTx/>
              <a:buFontTx/>
              <a:buNone/>
              <a:tabLst/>
              <a:defRPr/>
            </a:pPr>
            <a:r>
              <a:rPr lang="en-US" b="1" dirty="0"/>
              <a:t>Tonal must introduce affordable offerings to grow its customer base, expand through strategic partnerships and leverage its AI-driven strength training expertise to navigate this challenging landscape</a:t>
            </a:r>
            <a:endParaRPr kumimoji="0" lang="en-US" b="1" i="0" u="none" strike="noStrike" kern="1200" cap="none" spc="160" normalizeH="0" baseline="0" noProof="0" dirty="0">
              <a:ln>
                <a:noFill/>
              </a:ln>
              <a:solidFill>
                <a:srgbClr val="2B2C30"/>
              </a:solidFill>
              <a:effectLst/>
              <a:uLnTx/>
              <a:uFillTx/>
              <a:ea typeface="Public Sans Bold"/>
              <a:cs typeface="Public Sans Bold"/>
              <a:sym typeface="Public Sans Bold"/>
            </a:endParaRPr>
          </a:p>
        </p:txBody>
      </p:sp>
      <p:sp>
        <p:nvSpPr>
          <p:cNvPr id="8" name="TextBox 7">
            <a:extLst>
              <a:ext uri="{FF2B5EF4-FFF2-40B4-BE49-F238E27FC236}">
                <a16:creationId xmlns:a16="http://schemas.microsoft.com/office/drawing/2014/main" id="{E21895E2-CC76-8D8E-055F-93E7052F4C4F}"/>
              </a:ext>
            </a:extLst>
          </p:cNvPr>
          <p:cNvSpPr txBox="1"/>
          <p:nvPr/>
        </p:nvSpPr>
        <p:spPr>
          <a:xfrm>
            <a:off x="10924856" y="3597379"/>
            <a:ext cx="19123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ptos" panose="02110004020202020204"/>
                <a:ea typeface="+mn-ea"/>
                <a:cs typeface="+mn-cs"/>
              </a:rPr>
              <a:t>Time</a:t>
            </a:r>
            <a:endPar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1E440334-0E74-9715-B43E-354F67024FB5}"/>
              </a:ext>
            </a:extLst>
          </p:cNvPr>
          <p:cNvSpPr/>
          <p:nvPr/>
        </p:nvSpPr>
        <p:spPr>
          <a:xfrm>
            <a:off x="351484" y="5982080"/>
            <a:ext cx="11571636" cy="2277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CAPABILITY BUILDING</a:t>
            </a:r>
          </a:p>
        </p:txBody>
      </p:sp>
      <p:cxnSp>
        <p:nvCxnSpPr>
          <p:cNvPr id="10" name="Straight Arrow Connector 9">
            <a:extLst>
              <a:ext uri="{FF2B5EF4-FFF2-40B4-BE49-F238E27FC236}">
                <a16:creationId xmlns:a16="http://schemas.microsoft.com/office/drawing/2014/main" id="{D884E4E0-8F06-6B66-4AE2-CA36AD50A6F3}"/>
              </a:ext>
            </a:extLst>
          </p:cNvPr>
          <p:cNvCxnSpPr>
            <a:cxnSpLocks/>
            <a:endCxn id="9" idx="3"/>
          </p:cNvCxnSpPr>
          <p:nvPr/>
        </p:nvCxnSpPr>
        <p:spPr>
          <a:xfrm>
            <a:off x="6889977" y="6095749"/>
            <a:ext cx="5033143" cy="192"/>
          </a:xfrm>
          <a:prstGeom prst="straightConnector1">
            <a:avLst/>
          </a:prstGeom>
          <a:ln>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3CE33240-5455-6AF4-8632-D1CB74E3F627}"/>
              </a:ext>
            </a:extLst>
          </p:cNvPr>
          <p:cNvCxnSpPr>
            <a:cxnSpLocks/>
          </p:cNvCxnSpPr>
          <p:nvPr/>
        </p:nvCxnSpPr>
        <p:spPr>
          <a:xfrm flipH="1">
            <a:off x="247765" y="6102117"/>
            <a:ext cx="5140312" cy="0"/>
          </a:xfrm>
          <a:prstGeom prst="straightConnector1">
            <a:avLst/>
          </a:prstGeom>
          <a:ln>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39463668"/>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7F347B2-60E9-B8C4-883B-F7BDB3AB272E}"/>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7F4E7556-7E01-03CF-EC94-919542F14744}"/>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23765589-50F8-CA33-5539-9D1462C86EFE}"/>
              </a:ext>
            </a:extLst>
          </p:cNvPr>
          <p:cNvSpPr txBox="1"/>
          <p:nvPr/>
        </p:nvSpPr>
        <p:spPr>
          <a:xfrm>
            <a:off x="145393" y="2806080"/>
            <a:ext cx="1164823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000" b="1" dirty="0">
                <a:ea typeface="+mn-lt"/>
                <a:cs typeface="+mn-lt"/>
              </a:rPr>
              <a:t>APPENDIX</a:t>
            </a:r>
            <a:endParaRPr lang="en-US" sz="6000" b="1" dirty="0">
              <a:ea typeface="Calibri"/>
              <a:cs typeface="Calibri"/>
            </a:endParaRPr>
          </a:p>
        </p:txBody>
      </p:sp>
    </p:spTree>
    <p:extLst>
      <p:ext uri="{BB962C8B-B14F-4D97-AF65-F5344CB8AC3E}">
        <p14:creationId xmlns:p14="http://schemas.microsoft.com/office/powerpoint/2010/main" val="1471449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85DEF59-8F4C-17C1-A563-6C578B77C600}"/>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0FF78F6C-E3E6-1B6C-5B79-45BB8A963A09}"/>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3" name="Triangle">
            <a:extLst>
              <a:ext uri="{FF2B5EF4-FFF2-40B4-BE49-F238E27FC236}">
                <a16:creationId xmlns:a16="http://schemas.microsoft.com/office/drawing/2014/main" id="{DF37709A-A3BB-8187-6827-270DE15DE197}"/>
              </a:ext>
            </a:extLst>
          </p:cNvPr>
          <p:cNvSpPr/>
          <p:nvPr/>
        </p:nvSpPr>
        <p:spPr>
          <a:xfrm>
            <a:off x="2417322" y="651114"/>
            <a:ext cx="1699485" cy="280000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0793"/>
                </a:lnTo>
                <a:lnTo>
                  <a:pt x="0" y="0"/>
                </a:lnTo>
                <a:close/>
              </a:path>
            </a:pathLst>
          </a:custGeom>
          <a:solidFill>
            <a:srgbClr val="C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4" name="Triangle">
            <a:extLst>
              <a:ext uri="{FF2B5EF4-FFF2-40B4-BE49-F238E27FC236}">
                <a16:creationId xmlns:a16="http://schemas.microsoft.com/office/drawing/2014/main" id="{1A0BB487-66C9-D1C1-C880-416ED1635B4F}"/>
              </a:ext>
            </a:extLst>
          </p:cNvPr>
          <p:cNvSpPr/>
          <p:nvPr/>
        </p:nvSpPr>
        <p:spPr>
          <a:xfrm>
            <a:off x="7627110" y="651115"/>
            <a:ext cx="1695284" cy="2800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793"/>
                </a:lnTo>
                <a:lnTo>
                  <a:pt x="21600" y="21600"/>
                </a:lnTo>
                <a:close/>
              </a:path>
            </a:pathLst>
          </a:custGeom>
          <a:solidFill>
            <a:schemeClr val="tx2">
              <a:lumMod val="75000"/>
              <a:lumOff val="25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25">
            <a:extLst>
              <a:ext uri="{FF2B5EF4-FFF2-40B4-BE49-F238E27FC236}">
                <a16:creationId xmlns:a16="http://schemas.microsoft.com/office/drawing/2014/main" id="{DBCE71A5-844D-158F-E0B8-0EACE48AE486}"/>
              </a:ext>
            </a:extLst>
          </p:cNvPr>
          <p:cNvSpPr txBox="1"/>
          <p:nvPr/>
        </p:nvSpPr>
        <p:spPr>
          <a:xfrm>
            <a:off x="8027661" y="1653480"/>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Home- Fitness solutions Valued</a:t>
            </a:r>
            <a:endParaRPr lang="en-US" sz="1600" b="1" noProof="1">
              <a:solidFill>
                <a:prstClr val="white"/>
              </a:solidFill>
              <a:latin typeface="Calibri" panose="020F0502020204030204"/>
              <a:cs typeface="Calibri"/>
            </a:endParaRPr>
          </a:p>
        </p:txBody>
      </p:sp>
      <p:cxnSp>
        <p:nvCxnSpPr>
          <p:cNvPr id="98" name="Straight Arrow Connector 97">
            <a:extLst>
              <a:ext uri="{FF2B5EF4-FFF2-40B4-BE49-F238E27FC236}">
                <a16:creationId xmlns:a16="http://schemas.microsoft.com/office/drawing/2014/main" id="{C5B4AFDE-9087-3BBC-9DBE-35A3D99B623B}"/>
              </a:ext>
            </a:extLst>
          </p:cNvPr>
          <p:cNvCxnSpPr>
            <a:cxnSpLocks/>
          </p:cNvCxnSpPr>
          <p:nvPr/>
        </p:nvCxnSpPr>
        <p:spPr>
          <a:xfrm>
            <a:off x="4116807" y="2062313"/>
            <a:ext cx="3510303"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9" name="TextBox 25">
            <a:extLst>
              <a:ext uri="{FF2B5EF4-FFF2-40B4-BE49-F238E27FC236}">
                <a16:creationId xmlns:a16="http://schemas.microsoft.com/office/drawing/2014/main" id="{6FDA8A99-3C6F-0C48-B483-6FFEB2FD2D2B}"/>
              </a:ext>
            </a:extLst>
          </p:cNvPr>
          <p:cNvSpPr txBox="1"/>
          <p:nvPr/>
        </p:nvSpPr>
        <p:spPr>
          <a:xfrm>
            <a:off x="2415088" y="1640112"/>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Home- fitness solutions Disfavoured</a:t>
            </a:r>
            <a:endParaRPr lang="en-US" sz="1600" b="1" noProof="1">
              <a:solidFill>
                <a:prstClr val="white"/>
              </a:solidFill>
              <a:latin typeface="Calibri" panose="020F0502020204030204"/>
              <a:cs typeface="Calibri"/>
            </a:endParaRPr>
          </a:p>
        </p:txBody>
      </p:sp>
      <p:sp>
        <p:nvSpPr>
          <p:cNvPr id="101" name="TextBox 25">
            <a:extLst>
              <a:ext uri="{FF2B5EF4-FFF2-40B4-BE49-F238E27FC236}">
                <a16:creationId xmlns:a16="http://schemas.microsoft.com/office/drawing/2014/main" id="{16815542-7876-ECB4-893A-22B12A05D01A}"/>
              </a:ext>
            </a:extLst>
          </p:cNvPr>
          <p:cNvSpPr txBox="1"/>
          <p:nvPr/>
        </p:nvSpPr>
        <p:spPr>
          <a:xfrm>
            <a:off x="4472885" y="1703685"/>
            <a:ext cx="2752514" cy="338554"/>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063951"/>
                </a:solidFill>
                <a:latin typeface="Calibri" panose="020F0502020204030204"/>
              </a:rPr>
              <a:t>Fitness Solution</a:t>
            </a:r>
            <a:r>
              <a:rPr lang="en-US" sz="1600" b="1" noProof="1">
                <a:solidFill>
                  <a:srgbClr val="063951"/>
                </a:solidFill>
                <a:latin typeface="Calibri" panose="020F0502020204030204"/>
              </a:rPr>
              <a:t> preferences</a:t>
            </a:r>
            <a:endParaRPr lang="en-US" sz="1600" b="1" noProof="1">
              <a:solidFill>
                <a:srgbClr val="063951"/>
              </a:solidFill>
              <a:latin typeface="Calibri" panose="020F0502020204030204"/>
              <a:cs typeface="Calibri"/>
            </a:endParaRPr>
          </a:p>
        </p:txBody>
      </p:sp>
      <p:sp>
        <p:nvSpPr>
          <p:cNvPr id="102" name="Rectangle 101">
            <a:extLst>
              <a:ext uri="{FF2B5EF4-FFF2-40B4-BE49-F238E27FC236}">
                <a16:creationId xmlns:a16="http://schemas.microsoft.com/office/drawing/2014/main" id="{3F0E67C1-C402-4ABC-F8EB-FA35950A4AB1}"/>
              </a:ext>
            </a:extLst>
          </p:cNvPr>
          <p:cNvSpPr/>
          <p:nvPr/>
        </p:nvSpPr>
        <p:spPr>
          <a:xfrm>
            <a:off x="9419302" y="651114"/>
            <a:ext cx="1695283" cy="2800007"/>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cs typeface="Calibri"/>
              </a:rPr>
              <a:t>Consumer preferences for home fitness solutions increases. The industry finds varied opportunities to capture market and make profit off the increasing demand for home fitness solutions. </a:t>
            </a:r>
          </a:p>
        </p:txBody>
      </p:sp>
      <p:sp>
        <p:nvSpPr>
          <p:cNvPr id="103" name="Rectangle 102">
            <a:extLst>
              <a:ext uri="{FF2B5EF4-FFF2-40B4-BE49-F238E27FC236}">
                <a16:creationId xmlns:a16="http://schemas.microsoft.com/office/drawing/2014/main" id="{F0762D60-6769-CA30-430C-3A5AE8CFEFCC}"/>
              </a:ext>
            </a:extLst>
          </p:cNvPr>
          <p:cNvSpPr/>
          <p:nvPr/>
        </p:nvSpPr>
        <p:spPr>
          <a:xfrm>
            <a:off x="624648" y="658759"/>
            <a:ext cx="1699485" cy="279236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rPr>
              <a:t>Post Covid, declining interest in home fitness solutions drives consumers to take gym memberships. The home fitness industry deals with slow growth, reducing market share and profits.  </a:t>
            </a:r>
            <a:endParaRPr lang="en-US" sz="1400">
              <a:solidFill>
                <a:schemeClr val="tx1"/>
              </a:solidFill>
              <a:cs typeface="Calibri"/>
            </a:endParaRPr>
          </a:p>
        </p:txBody>
      </p:sp>
      <p:sp>
        <p:nvSpPr>
          <p:cNvPr id="5" name="Triangle">
            <a:extLst>
              <a:ext uri="{FF2B5EF4-FFF2-40B4-BE49-F238E27FC236}">
                <a16:creationId xmlns:a16="http://schemas.microsoft.com/office/drawing/2014/main" id="{FB577576-2EB2-01BF-9A1D-36727233E97F}"/>
              </a:ext>
            </a:extLst>
          </p:cNvPr>
          <p:cNvSpPr/>
          <p:nvPr/>
        </p:nvSpPr>
        <p:spPr>
          <a:xfrm>
            <a:off x="2417322" y="3645036"/>
            <a:ext cx="1699485" cy="280000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0793"/>
                </a:lnTo>
                <a:lnTo>
                  <a:pt x="0" y="0"/>
                </a:lnTo>
                <a:close/>
              </a:path>
            </a:pathLst>
          </a:custGeom>
          <a:solidFill>
            <a:srgbClr val="C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Triangle">
            <a:extLst>
              <a:ext uri="{FF2B5EF4-FFF2-40B4-BE49-F238E27FC236}">
                <a16:creationId xmlns:a16="http://schemas.microsoft.com/office/drawing/2014/main" id="{3D0165EA-BBEF-9971-7C15-43E3FBF4823B}"/>
              </a:ext>
            </a:extLst>
          </p:cNvPr>
          <p:cNvSpPr/>
          <p:nvPr/>
        </p:nvSpPr>
        <p:spPr>
          <a:xfrm>
            <a:off x="7627110" y="3645037"/>
            <a:ext cx="1695284" cy="2800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793"/>
                </a:lnTo>
                <a:lnTo>
                  <a:pt x="21600" y="21600"/>
                </a:lnTo>
                <a:close/>
              </a:path>
            </a:pathLst>
          </a:custGeom>
          <a:solidFill>
            <a:schemeClr val="tx2">
              <a:lumMod val="75000"/>
              <a:lumOff val="25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25">
            <a:extLst>
              <a:ext uri="{FF2B5EF4-FFF2-40B4-BE49-F238E27FC236}">
                <a16:creationId xmlns:a16="http://schemas.microsoft.com/office/drawing/2014/main" id="{730F8E8E-33B8-4BC8-0DC6-8E9505AAEF01}"/>
              </a:ext>
            </a:extLst>
          </p:cNvPr>
          <p:cNvSpPr txBox="1"/>
          <p:nvPr/>
        </p:nvSpPr>
        <p:spPr>
          <a:xfrm>
            <a:off x="8034096" y="4639373"/>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Economic pressure Decreases</a:t>
            </a:r>
          </a:p>
        </p:txBody>
      </p:sp>
      <p:cxnSp>
        <p:nvCxnSpPr>
          <p:cNvPr id="9" name="Straight Arrow Connector 8">
            <a:extLst>
              <a:ext uri="{FF2B5EF4-FFF2-40B4-BE49-F238E27FC236}">
                <a16:creationId xmlns:a16="http://schemas.microsoft.com/office/drawing/2014/main" id="{FEF1D497-07CE-9061-43D0-8BC653763B6E}"/>
              </a:ext>
            </a:extLst>
          </p:cNvPr>
          <p:cNvCxnSpPr>
            <a:cxnSpLocks/>
          </p:cNvCxnSpPr>
          <p:nvPr/>
        </p:nvCxnSpPr>
        <p:spPr>
          <a:xfrm>
            <a:off x="4116807" y="5056235"/>
            <a:ext cx="3510303"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25">
            <a:extLst>
              <a:ext uri="{FF2B5EF4-FFF2-40B4-BE49-F238E27FC236}">
                <a16:creationId xmlns:a16="http://schemas.microsoft.com/office/drawing/2014/main" id="{300F0D2C-B67F-C481-7070-47CD1C50B595}"/>
              </a:ext>
            </a:extLst>
          </p:cNvPr>
          <p:cNvSpPr txBox="1"/>
          <p:nvPr/>
        </p:nvSpPr>
        <p:spPr>
          <a:xfrm>
            <a:off x="2417322" y="4561670"/>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Economic Pressure Increases</a:t>
            </a:r>
            <a:endParaRPr lang="en-US" sz="1600" b="1" noProof="1">
              <a:solidFill>
                <a:prstClr val="white"/>
              </a:solidFill>
              <a:latin typeface="Calibri" panose="020F0502020204030204"/>
              <a:cs typeface="Calibri"/>
            </a:endParaRPr>
          </a:p>
        </p:txBody>
      </p:sp>
      <p:sp>
        <p:nvSpPr>
          <p:cNvPr id="11" name="TextBox 25">
            <a:extLst>
              <a:ext uri="{FF2B5EF4-FFF2-40B4-BE49-F238E27FC236}">
                <a16:creationId xmlns:a16="http://schemas.microsoft.com/office/drawing/2014/main" id="{6AE829F8-0616-F9B5-DF1C-A9C93D28CE97}"/>
              </a:ext>
            </a:extLst>
          </p:cNvPr>
          <p:cNvSpPr txBox="1"/>
          <p:nvPr/>
        </p:nvSpPr>
        <p:spPr>
          <a:xfrm>
            <a:off x="4888561" y="4148229"/>
            <a:ext cx="1997066"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063951"/>
                </a:solidFill>
                <a:latin typeface="Calibri" panose="020F0502020204030204"/>
                <a:cs typeface="Calibri"/>
              </a:rPr>
              <a:t>Consumer purchasing power for fitness solutions</a:t>
            </a:r>
          </a:p>
        </p:txBody>
      </p:sp>
      <p:sp>
        <p:nvSpPr>
          <p:cNvPr id="12" name="Rectangle 11">
            <a:extLst>
              <a:ext uri="{FF2B5EF4-FFF2-40B4-BE49-F238E27FC236}">
                <a16:creationId xmlns:a16="http://schemas.microsoft.com/office/drawing/2014/main" id="{4506F8EF-B757-7244-1015-548162D3A6A7}"/>
              </a:ext>
            </a:extLst>
          </p:cNvPr>
          <p:cNvSpPr/>
          <p:nvPr/>
        </p:nvSpPr>
        <p:spPr>
          <a:xfrm>
            <a:off x="9419303" y="3645036"/>
            <a:ext cx="1695284" cy="2800007"/>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rPr>
              <a:t>Inflation stabilizes, and the industry adapts with flexible pricing and financing options. Public demand remains strong as the disposable income of the people increases.</a:t>
            </a:r>
            <a:endParaRPr lang="en-US" sz="1400">
              <a:solidFill>
                <a:schemeClr val="tx1"/>
              </a:solidFill>
              <a:cs typeface="Calibri"/>
            </a:endParaRPr>
          </a:p>
        </p:txBody>
      </p:sp>
      <p:sp>
        <p:nvSpPr>
          <p:cNvPr id="13" name="Rectangle 12">
            <a:extLst>
              <a:ext uri="{FF2B5EF4-FFF2-40B4-BE49-F238E27FC236}">
                <a16:creationId xmlns:a16="http://schemas.microsoft.com/office/drawing/2014/main" id="{D4F7B915-4EB2-89F7-7CD7-48329B1C7179}"/>
              </a:ext>
            </a:extLst>
          </p:cNvPr>
          <p:cNvSpPr/>
          <p:nvPr/>
        </p:nvSpPr>
        <p:spPr>
          <a:xfrm>
            <a:off x="624648" y="3652681"/>
            <a:ext cx="1699485" cy="279236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rPr>
              <a:t>Ongoing inflation and rising consumer debt drives the public toward cheaper options, reducing demand for higher-priced equipment. The industry faces shrinking margins, cost pressures, and slowed growth.</a:t>
            </a:r>
          </a:p>
        </p:txBody>
      </p:sp>
      <p:sp>
        <p:nvSpPr>
          <p:cNvPr id="14" name="TextBox 25">
            <a:extLst>
              <a:ext uri="{FF2B5EF4-FFF2-40B4-BE49-F238E27FC236}">
                <a16:creationId xmlns:a16="http://schemas.microsoft.com/office/drawing/2014/main" id="{4E70A7B4-2472-0680-775F-17E2283DD86F}"/>
              </a:ext>
            </a:extLst>
          </p:cNvPr>
          <p:cNvSpPr txBox="1"/>
          <p:nvPr/>
        </p:nvSpPr>
        <p:spPr>
          <a:xfrm>
            <a:off x="4810251" y="2071517"/>
            <a:ext cx="2188543" cy="338554"/>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noProof="1">
                <a:solidFill>
                  <a:srgbClr val="063951"/>
                </a:solidFill>
                <a:latin typeface="Calibri" panose="020F0502020204030204"/>
                <a:cs typeface="Calibri"/>
              </a:rPr>
              <a:t>SOCIETAL</a:t>
            </a:r>
          </a:p>
        </p:txBody>
      </p:sp>
      <p:sp>
        <p:nvSpPr>
          <p:cNvPr id="15" name="TextBox 25">
            <a:extLst>
              <a:ext uri="{FF2B5EF4-FFF2-40B4-BE49-F238E27FC236}">
                <a16:creationId xmlns:a16="http://schemas.microsoft.com/office/drawing/2014/main" id="{EEE3054B-E37F-25F4-F96F-268577A069AB}"/>
              </a:ext>
            </a:extLst>
          </p:cNvPr>
          <p:cNvSpPr txBox="1"/>
          <p:nvPr/>
        </p:nvSpPr>
        <p:spPr>
          <a:xfrm>
            <a:off x="4810251" y="5065847"/>
            <a:ext cx="2188543" cy="33855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noProof="1">
                <a:solidFill>
                  <a:srgbClr val="063951"/>
                </a:solidFill>
                <a:latin typeface="Calibri" panose="020F0502020204030204"/>
              </a:rPr>
              <a:t>ECONOMIC</a:t>
            </a:r>
          </a:p>
        </p:txBody>
      </p:sp>
    </p:spTree>
    <p:extLst>
      <p:ext uri="{BB962C8B-B14F-4D97-AF65-F5344CB8AC3E}">
        <p14:creationId xmlns:p14="http://schemas.microsoft.com/office/powerpoint/2010/main" val="3075223748"/>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85DEF59-8F4C-17C1-A563-6C578B77C600}"/>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0FF78F6C-E3E6-1B6C-5B79-45BB8A963A09}"/>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3" name="Triangle">
            <a:extLst>
              <a:ext uri="{FF2B5EF4-FFF2-40B4-BE49-F238E27FC236}">
                <a16:creationId xmlns:a16="http://schemas.microsoft.com/office/drawing/2014/main" id="{DF37709A-A3BB-8187-6827-270DE15DE197}"/>
              </a:ext>
            </a:extLst>
          </p:cNvPr>
          <p:cNvSpPr/>
          <p:nvPr/>
        </p:nvSpPr>
        <p:spPr>
          <a:xfrm>
            <a:off x="2417322" y="651114"/>
            <a:ext cx="1699485" cy="280000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0793"/>
                </a:lnTo>
                <a:lnTo>
                  <a:pt x="0" y="0"/>
                </a:lnTo>
                <a:close/>
              </a:path>
            </a:pathLst>
          </a:custGeom>
          <a:solidFill>
            <a:srgbClr val="C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4" name="Triangle">
            <a:extLst>
              <a:ext uri="{FF2B5EF4-FFF2-40B4-BE49-F238E27FC236}">
                <a16:creationId xmlns:a16="http://schemas.microsoft.com/office/drawing/2014/main" id="{1A0BB487-66C9-D1C1-C880-416ED1635B4F}"/>
              </a:ext>
            </a:extLst>
          </p:cNvPr>
          <p:cNvSpPr/>
          <p:nvPr/>
        </p:nvSpPr>
        <p:spPr>
          <a:xfrm>
            <a:off x="7627110" y="651115"/>
            <a:ext cx="1695284" cy="2800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793"/>
                </a:lnTo>
                <a:lnTo>
                  <a:pt x="21600" y="21600"/>
                </a:lnTo>
                <a:close/>
              </a:path>
            </a:pathLst>
          </a:custGeom>
          <a:solidFill>
            <a:schemeClr val="tx2">
              <a:lumMod val="75000"/>
              <a:lumOff val="25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25">
            <a:extLst>
              <a:ext uri="{FF2B5EF4-FFF2-40B4-BE49-F238E27FC236}">
                <a16:creationId xmlns:a16="http://schemas.microsoft.com/office/drawing/2014/main" id="{DBCE71A5-844D-158F-E0B8-0EACE48AE486}"/>
              </a:ext>
            </a:extLst>
          </p:cNvPr>
          <p:cNvSpPr txBox="1"/>
          <p:nvPr/>
        </p:nvSpPr>
        <p:spPr>
          <a:xfrm>
            <a:off x="8027661" y="1653480"/>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Regulatory pressure Decreases</a:t>
            </a:r>
          </a:p>
        </p:txBody>
      </p:sp>
      <p:cxnSp>
        <p:nvCxnSpPr>
          <p:cNvPr id="98" name="Straight Arrow Connector 97">
            <a:extLst>
              <a:ext uri="{FF2B5EF4-FFF2-40B4-BE49-F238E27FC236}">
                <a16:creationId xmlns:a16="http://schemas.microsoft.com/office/drawing/2014/main" id="{C5B4AFDE-9087-3BBC-9DBE-35A3D99B623B}"/>
              </a:ext>
            </a:extLst>
          </p:cNvPr>
          <p:cNvCxnSpPr>
            <a:cxnSpLocks/>
          </p:cNvCxnSpPr>
          <p:nvPr/>
        </p:nvCxnSpPr>
        <p:spPr>
          <a:xfrm>
            <a:off x="4116807" y="2062313"/>
            <a:ext cx="3510303"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9" name="TextBox 25">
            <a:extLst>
              <a:ext uri="{FF2B5EF4-FFF2-40B4-BE49-F238E27FC236}">
                <a16:creationId xmlns:a16="http://schemas.microsoft.com/office/drawing/2014/main" id="{6FDA8A99-3C6F-0C48-B483-6FFEB2FD2D2B}"/>
              </a:ext>
            </a:extLst>
          </p:cNvPr>
          <p:cNvSpPr txBox="1"/>
          <p:nvPr/>
        </p:nvSpPr>
        <p:spPr>
          <a:xfrm>
            <a:off x="2415088" y="1640112"/>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Regulatory pressure Increases</a:t>
            </a:r>
          </a:p>
        </p:txBody>
      </p:sp>
      <p:sp>
        <p:nvSpPr>
          <p:cNvPr id="101" name="TextBox 25">
            <a:extLst>
              <a:ext uri="{FF2B5EF4-FFF2-40B4-BE49-F238E27FC236}">
                <a16:creationId xmlns:a16="http://schemas.microsoft.com/office/drawing/2014/main" id="{16815542-7876-ECB4-893A-22B12A05D01A}"/>
              </a:ext>
            </a:extLst>
          </p:cNvPr>
          <p:cNvSpPr txBox="1"/>
          <p:nvPr/>
        </p:nvSpPr>
        <p:spPr>
          <a:xfrm>
            <a:off x="4472885" y="1457464"/>
            <a:ext cx="2752514" cy="584775"/>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063951"/>
                </a:solidFill>
                <a:latin typeface="Calibri" panose="020F0502020204030204"/>
              </a:rPr>
              <a:t>Scrutiny and potential regulations on AI technologies</a:t>
            </a:r>
            <a:endParaRPr lang="en-US" sz="1600" b="1" noProof="1">
              <a:solidFill>
                <a:srgbClr val="063951"/>
              </a:solidFill>
              <a:latin typeface="Calibri" panose="020F0502020204030204"/>
              <a:cs typeface="Calibri"/>
            </a:endParaRPr>
          </a:p>
        </p:txBody>
      </p:sp>
      <p:sp>
        <p:nvSpPr>
          <p:cNvPr id="102" name="Rectangle 101">
            <a:extLst>
              <a:ext uri="{FF2B5EF4-FFF2-40B4-BE49-F238E27FC236}">
                <a16:creationId xmlns:a16="http://schemas.microsoft.com/office/drawing/2014/main" id="{3F0E67C1-C402-4ABC-F8EB-FA35950A4AB1}"/>
              </a:ext>
            </a:extLst>
          </p:cNvPr>
          <p:cNvSpPr/>
          <p:nvPr/>
        </p:nvSpPr>
        <p:spPr>
          <a:xfrm>
            <a:off x="9419302" y="651114"/>
            <a:ext cx="1695283" cy="2800007"/>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Calibri"/>
              </a:rPr>
              <a:t>Favorable regulations prioritize innovation over restrictions. Data privacy laws are relaxed allowing greater freedom in data collection and usage. Minimal regulations lead to rapid innovation.</a:t>
            </a:r>
          </a:p>
        </p:txBody>
      </p:sp>
      <p:sp>
        <p:nvSpPr>
          <p:cNvPr id="103" name="Rectangle 102">
            <a:extLst>
              <a:ext uri="{FF2B5EF4-FFF2-40B4-BE49-F238E27FC236}">
                <a16:creationId xmlns:a16="http://schemas.microsoft.com/office/drawing/2014/main" id="{F0762D60-6769-CA30-430C-3A5AE8CFEFCC}"/>
              </a:ext>
            </a:extLst>
          </p:cNvPr>
          <p:cNvSpPr/>
          <p:nvPr/>
        </p:nvSpPr>
        <p:spPr>
          <a:xfrm>
            <a:off x="624648" y="658759"/>
            <a:ext cx="1699485" cy="279236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Calibri"/>
              </a:rPr>
              <a:t> Tech giants face strict AI ethics laws, data localization requirements, and antitrust scrutiny. Companies navigate complex compliance landscapes, potentially limiting AI development and deployment. </a:t>
            </a:r>
          </a:p>
        </p:txBody>
      </p:sp>
      <p:sp>
        <p:nvSpPr>
          <p:cNvPr id="5" name="Triangle">
            <a:extLst>
              <a:ext uri="{FF2B5EF4-FFF2-40B4-BE49-F238E27FC236}">
                <a16:creationId xmlns:a16="http://schemas.microsoft.com/office/drawing/2014/main" id="{FB577576-2EB2-01BF-9A1D-36727233E97F}"/>
              </a:ext>
            </a:extLst>
          </p:cNvPr>
          <p:cNvSpPr/>
          <p:nvPr/>
        </p:nvSpPr>
        <p:spPr>
          <a:xfrm>
            <a:off x="2417322" y="3645036"/>
            <a:ext cx="1699485" cy="280000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0793"/>
                </a:lnTo>
                <a:lnTo>
                  <a:pt x="0" y="0"/>
                </a:lnTo>
                <a:close/>
              </a:path>
            </a:pathLst>
          </a:custGeom>
          <a:solidFill>
            <a:srgbClr val="C00000"/>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Triangle">
            <a:extLst>
              <a:ext uri="{FF2B5EF4-FFF2-40B4-BE49-F238E27FC236}">
                <a16:creationId xmlns:a16="http://schemas.microsoft.com/office/drawing/2014/main" id="{3D0165EA-BBEF-9971-7C15-43E3FBF4823B}"/>
              </a:ext>
            </a:extLst>
          </p:cNvPr>
          <p:cNvSpPr/>
          <p:nvPr/>
        </p:nvSpPr>
        <p:spPr>
          <a:xfrm>
            <a:off x="7627110" y="3645037"/>
            <a:ext cx="1695284" cy="2800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0793"/>
                </a:lnTo>
                <a:lnTo>
                  <a:pt x="21600" y="21600"/>
                </a:lnTo>
                <a:close/>
              </a:path>
            </a:pathLst>
          </a:custGeom>
          <a:solidFill>
            <a:schemeClr val="tx2">
              <a:lumMod val="75000"/>
              <a:lumOff val="25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2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25">
            <a:extLst>
              <a:ext uri="{FF2B5EF4-FFF2-40B4-BE49-F238E27FC236}">
                <a16:creationId xmlns:a16="http://schemas.microsoft.com/office/drawing/2014/main" id="{730F8E8E-33B8-4BC8-0DC6-8E9505AAEF01}"/>
              </a:ext>
            </a:extLst>
          </p:cNvPr>
          <p:cNvSpPr txBox="1"/>
          <p:nvPr/>
        </p:nvSpPr>
        <p:spPr>
          <a:xfrm>
            <a:off x="8034096" y="4639373"/>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Economic pressure Decreases</a:t>
            </a:r>
          </a:p>
        </p:txBody>
      </p:sp>
      <p:cxnSp>
        <p:nvCxnSpPr>
          <p:cNvPr id="9" name="Straight Arrow Connector 8">
            <a:extLst>
              <a:ext uri="{FF2B5EF4-FFF2-40B4-BE49-F238E27FC236}">
                <a16:creationId xmlns:a16="http://schemas.microsoft.com/office/drawing/2014/main" id="{FEF1D497-07CE-9061-43D0-8BC653763B6E}"/>
              </a:ext>
            </a:extLst>
          </p:cNvPr>
          <p:cNvCxnSpPr>
            <a:cxnSpLocks/>
          </p:cNvCxnSpPr>
          <p:nvPr/>
        </p:nvCxnSpPr>
        <p:spPr>
          <a:xfrm>
            <a:off x="4116807" y="5056235"/>
            <a:ext cx="3510303" cy="0"/>
          </a:xfrm>
          <a:prstGeom prst="straightConnector1">
            <a:avLst/>
          </a:prstGeom>
          <a:ln w="381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25">
            <a:extLst>
              <a:ext uri="{FF2B5EF4-FFF2-40B4-BE49-F238E27FC236}">
                <a16:creationId xmlns:a16="http://schemas.microsoft.com/office/drawing/2014/main" id="{300F0D2C-B67F-C481-7070-47CD1C50B595}"/>
              </a:ext>
            </a:extLst>
          </p:cNvPr>
          <p:cNvSpPr txBox="1"/>
          <p:nvPr/>
        </p:nvSpPr>
        <p:spPr>
          <a:xfrm>
            <a:off x="2417322" y="4561670"/>
            <a:ext cx="1254628"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prstClr val="white"/>
                </a:solidFill>
                <a:latin typeface="Calibri" panose="020F0502020204030204"/>
                <a:cs typeface="Calibri"/>
              </a:rPr>
              <a:t>Economic Pressure Increases</a:t>
            </a:r>
            <a:endParaRPr lang="en-US" sz="1600" b="1" noProof="1">
              <a:solidFill>
                <a:prstClr val="white"/>
              </a:solidFill>
              <a:latin typeface="Calibri" panose="020F0502020204030204"/>
              <a:cs typeface="Calibri"/>
            </a:endParaRPr>
          </a:p>
        </p:txBody>
      </p:sp>
      <p:sp>
        <p:nvSpPr>
          <p:cNvPr id="11" name="TextBox 25">
            <a:extLst>
              <a:ext uri="{FF2B5EF4-FFF2-40B4-BE49-F238E27FC236}">
                <a16:creationId xmlns:a16="http://schemas.microsoft.com/office/drawing/2014/main" id="{6AE829F8-0616-F9B5-DF1C-A9C93D28CE97}"/>
              </a:ext>
            </a:extLst>
          </p:cNvPr>
          <p:cNvSpPr txBox="1"/>
          <p:nvPr/>
        </p:nvSpPr>
        <p:spPr>
          <a:xfrm>
            <a:off x="4888561" y="4148229"/>
            <a:ext cx="1997066" cy="830997"/>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600" b="1" noProof="1">
                <a:solidFill>
                  <a:srgbClr val="063951"/>
                </a:solidFill>
                <a:latin typeface="Calibri" panose="020F0502020204030204"/>
                <a:cs typeface="Calibri"/>
              </a:rPr>
              <a:t>Consumer purchasing power for high priced technology</a:t>
            </a:r>
          </a:p>
        </p:txBody>
      </p:sp>
      <p:sp>
        <p:nvSpPr>
          <p:cNvPr id="12" name="Rectangle 11">
            <a:extLst>
              <a:ext uri="{FF2B5EF4-FFF2-40B4-BE49-F238E27FC236}">
                <a16:creationId xmlns:a16="http://schemas.microsoft.com/office/drawing/2014/main" id="{4506F8EF-B757-7244-1015-548162D3A6A7}"/>
              </a:ext>
            </a:extLst>
          </p:cNvPr>
          <p:cNvSpPr/>
          <p:nvPr/>
        </p:nvSpPr>
        <p:spPr>
          <a:xfrm>
            <a:off x="9419303" y="3645036"/>
            <a:ext cx="1695284" cy="2800007"/>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Inflation stabilizes, and consumer spending  on premium devices increases. Corporate investments in cloud services see a surge and companies invest in research and development. </a:t>
            </a:r>
            <a:endParaRPr lang="en-US" sz="1400" dirty="0">
              <a:solidFill>
                <a:schemeClr val="tx1"/>
              </a:solidFill>
              <a:cs typeface="Calibri"/>
            </a:endParaRPr>
          </a:p>
        </p:txBody>
      </p:sp>
      <p:sp>
        <p:nvSpPr>
          <p:cNvPr id="13" name="Rectangle 12">
            <a:extLst>
              <a:ext uri="{FF2B5EF4-FFF2-40B4-BE49-F238E27FC236}">
                <a16:creationId xmlns:a16="http://schemas.microsoft.com/office/drawing/2014/main" id="{D4F7B915-4EB2-89F7-7CD7-48329B1C7179}"/>
              </a:ext>
            </a:extLst>
          </p:cNvPr>
          <p:cNvSpPr/>
          <p:nvPr/>
        </p:nvSpPr>
        <p:spPr>
          <a:xfrm>
            <a:off x="624648" y="3652681"/>
            <a:ext cx="1699485" cy="2792362"/>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rPr>
              <a:t>Recession impacts consumer spending and tech investments. Demand for high- end devices plummets and companies struggle to innovate and investments in research goes down.</a:t>
            </a:r>
            <a:endParaRPr lang="en-US" sz="1400" dirty="0">
              <a:solidFill>
                <a:schemeClr val="tx1"/>
              </a:solidFill>
              <a:cs typeface="Calibri"/>
            </a:endParaRPr>
          </a:p>
        </p:txBody>
      </p:sp>
      <p:sp>
        <p:nvSpPr>
          <p:cNvPr id="14" name="TextBox 25">
            <a:extLst>
              <a:ext uri="{FF2B5EF4-FFF2-40B4-BE49-F238E27FC236}">
                <a16:creationId xmlns:a16="http://schemas.microsoft.com/office/drawing/2014/main" id="{4E70A7B4-2472-0680-775F-17E2283DD86F}"/>
              </a:ext>
            </a:extLst>
          </p:cNvPr>
          <p:cNvSpPr txBox="1"/>
          <p:nvPr/>
        </p:nvSpPr>
        <p:spPr>
          <a:xfrm>
            <a:off x="4810251" y="2071517"/>
            <a:ext cx="2188543" cy="338554"/>
          </a:xfrm>
          <a:prstGeom prst="rect">
            <a:avLst/>
          </a:prstGeom>
          <a:noFill/>
        </p:spPr>
        <p:txBody>
          <a:bodyPr wrap="square" lIns="0" tIns="45720" rIns="0" bIns="4572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noProof="1">
                <a:solidFill>
                  <a:srgbClr val="063951"/>
                </a:solidFill>
                <a:latin typeface="Calibri" panose="020F0502020204030204"/>
                <a:cs typeface="Calibri"/>
              </a:rPr>
              <a:t>POLITICAL</a:t>
            </a:r>
          </a:p>
        </p:txBody>
      </p:sp>
      <p:sp>
        <p:nvSpPr>
          <p:cNvPr id="15" name="TextBox 25">
            <a:extLst>
              <a:ext uri="{FF2B5EF4-FFF2-40B4-BE49-F238E27FC236}">
                <a16:creationId xmlns:a16="http://schemas.microsoft.com/office/drawing/2014/main" id="{EEE3054B-E37F-25F4-F96F-268577A069AB}"/>
              </a:ext>
            </a:extLst>
          </p:cNvPr>
          <p:cNvSpPr txBox="1"/>
          <p:nvPr/>
        </p:nvSpPr>
        <p:spPr>
          <a:xfrm>
            <a:off x="4810251" y="5065847"/>
            <a:ext cx="2188543" cy="338554"/>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noProof="1">
                <a:solidFill>
                  <a:srgbClr val="063951"/>
                </a:solidFill>
                <a:latin typeface="Calibri" panose="020F0502020204030204"/>
              </a:rPr>
              <a:t>ECONOMIC</a:t>
            </a:r>
          </a:p>
        </p:txBody>
      </p:sp>
    </p:spTree>
    <p:extLst>
      <p:ext uri="{BB962C8B-B14F-4D97-AF65-F5344CB8AC3E}">
        <p14:creationId xmlns:p14="http://schemas.microsoft.com/office/powerpoint/2010/main" val="3438516415"/>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789DCA6-4341-73AA-5C92-98C7DA9CF38B}"/>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5054F352-7FD4-61E5-55C2-1B6F1DFBCC57}"/>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pic>
        <p:nvPicPr>
          <p:cNvPr id="1026" name="Picture 2" descr="Gym Usage Statistics from 2019 to 2024">
            <a:extLst>
              <a:ext uri="{FF2B5EF4-FFF2-40B4-BE49-F238E27FC236}">
                <a16:creationId xmlns:a16="http://schemas.microsoft.com/office/drawing/2014/main" id="{23666FED-8A8F-FDF4-8E91-56D93B312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887" y="387450"/>
            <a:ext cx="9420225" cy="4667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EFD059-BB27-6590-0400-D2D40C9803ED}"/>
              </a:ext>
            </a:extLst>
          </p:cNvPr>
          <p:cNvSpPr txBox="1"/>
          <p:nvPr/>
        </p:nvSpPr>
        <p:spPr>
          <a:xfrm>
            <a:off x="1395719" y="5198161"/>
            <a:ext cx="9420224" cy="1384995"/>
          </a:xfrm>
          <a:prstGeom prst="rect">
            <a:avLst/>
          </a:prstGeom>
          <a:noFill/>
        </p:spPr>
        <p:txBody>
          <a:bodyPr wrap="square" lIns="91440" tIns="45720" rIns="91440" bIns="45720" rtlCol="0" anchor="t">
            <a:spAutoFit/>
          </a:bodyPr>
          <a:lstStyle/>
          <a:p>
            <a:pPr>
              <a:defRPr/>
            </a:pPr>
            <a:r>
              <a:rPr lang="en-US" sz="1400" b="1" i="0" dirty="0">
                <a:effectLst/>
                <a:latin typeface="Calibri" panose="020F0502020204030204" pitchFamily="34" charset="0"/>
                <a:ea typeface="Calibri" panose="020F0502020204030204" pitchFamily="34" charset="0"/>
                <a:cs typeface="Calibri" panose="020F0502020204030204" pitchFamily="34" charset="0"/>
              </a:rPr>
              <a:t>2019</a:t>
            </a:r>
            <a:r>
              <a:rPr lang="en-US" sz="1400" b="0" i="0" dirty="0">
                <a:effectLst/>
                <a:latin typeface="Calibri" panose="020F0502020204030204" pitchFamily="34" charset="0"/>
                <a:ea typeface="Calibri" panose="020F0502020204030204" pitchFamily="34" charset="0"/>
                <a:cs typeface="Calibri" panose="020F0502020204030204" pitchFamily="34" charset="0"/>
              </a:rPr>
              <a:t>: Gym usage was around 64 million check-ins.</a:t>
            </a:r>
            <a:br>
              <a:rPr lang="en-US" sz="1400" b="0" i="0" dirty="0">
                <a:effectLst/>
                <a:latin typeface="Calibri" panose="020F0502020204030204" pitchFamily="34" charset="0"/>
                <a:ea typeface="Calibri" panose="020F0502020204030204" pitchFamily="34" charset="0"/>
                <a:cs typeface="Calibri" panose="020F0502020204030204" pitchFamily="34" charset="0"/>
              </a:rPr>
            </a:br>
            <a:r>
              <a:rPr lang="en-US" sz="1400" b="1" i="0" dirty="0">
                <a:effectLst/>
                <a:latin typeface="Calibri" panose="020F0502020204030204" pitchFamily="34" charset="0"/>
                <a:ea typeface="Calibri" panose="020F0502020204030204" pitchFamily="34" charset="0"/>
                <a:cs typeface="Calibri" panose="020F0502020204030204" pitchFamily="34" charset="0"/>
              </a:rPr>
              <a:t>2020</a:t>
            </a:r>
            <a:r>
              <a:rPr lang="en-US" sz="1400" b="0" i="0" dirty="0">
                <a:effectLst/>
                <a:latin typeface="Calibri" panose="020F0502020204030204" pitchFamily="34" charset="0"/>
                <a:ea typeface="Calibri" panose="020F0502020204030204" pitchFamily="34" charset="0"/>
                <a:cs typeface="Calibri" panose="020F0502020204030204" pitchFamily="34" charset="0"/>
              </a:rPr>
              <a:t>: There was a significant drop to about 49 million check-ins, likely due to the COVID-19 pandemic.</a:t>
            </a:r>
            <a:br>
              <a:rPr lang="en-US" sz="1400" b="0" i="0" dirty="0">
                <a:effectLst/>
                <a:latin typeface="Calibri" panose="020F0502020204030204" pitchFamily="34" charset="0"/>
                <a:ea typeface="Calibri" panose="020F0502020204030204" pitchFamily="34" charset="0"/>
                <a:cs typeface="Calibri" panose="020F0502020204030204" pitchFamily="34" charset="0"/>
              </a:rPr>
            </a:br>
            <a:r>
              <a:rPr lang="en-US" sz="1400" b="1" i="0" dirty="0">
                <a:effectLst/>
                <a:latin typeface="Calibri" panose="020F0502020204030204" pitchFamily="34" charset="0"/>
                <a:ea typeface="Calibri" panose="020F0502020204030204" pitchFamily="34" charset="0"/>
                <a:cs typeface="Calibri" panose="020F0502020204030204" pitchFamily="34" charset="0"/>
              </a:rPr>
              <a:t>2021</a:t>
            </a:r>
            <a:r>
              <a:rPr lang="en-US" sz="1400" b="0" i="0" dirty="0">
                <a:effectLst/>
                <a:latin typeface="Calibri" panose="020F0502020204030204" pitchFamily="34" charset="0"/>
                <a:ea typeface="Calibri" panose="020F0502020204030204" pitchFamily="34" charset="0"/>
                <a:cs typeface="Calibri" panose="020F0502020204030204" pitchFamily="34" charset="0"/>
              </a:rPr>
              <a:t>: A slight increase to approximately 52 million check-ins.</a:t>
            </a:r>
            <a:br>
              <a:rPr lang="en-US" sz="1400" b="0" i="0" dirty="0">
                <a:effectLst/>
                <a:latin typeface="Calibri" panose="020F0502020204030204" pitchFamily="34" charset="0"/>
                <a:ea typeface="Calibri" panose="020F0502020204030204" pitchFamily="34" charset="0"/>
                <a:cs typeface="Calibri" panose="020F0502020204030204" pitchFamily="34" charset="0"/>
              </a:rPr>
            </a:br>
            <a:r>
              <a:rPr lang="en-US" sz="1400" b="1" i="0" dirty="0">
                <a:effectLst/>
                <a:latin typeface="Calibri" panose="020F0502020204030204" pitchFamily="34" charset="0"/>
                <a:ea typeface="Calibri" panose="020F0502020204030204" pitchFamily="34" charset="0"/>
                <a:cs typeface="Calibri" panose="020F0502020204030204" pitchFamily="34" charset="0"/>
              </a:rPr>
              <a:t>2022</a:t>
            </a:r>
            <a:r>
              <a:rPr lang="en-US" sz="1400" b="0" i="0" dirty="0">
                <a:effectLst/>
                <a:latin typeface="Calibri" panose="020F0502020204030204" pitchFamily="34" charset="0"/>
                <a:ea typeface="Calibri" panose="020F0502020204030204" pitchFamily="34" charset="0"/>
                <a:cs typeface="Calibri" panose="020F0502020204030204" pitchFamily="34" charset="0"/>
              </a:rPr>
              <a:t>: Another slight decrease to about 45 million check-ins.</a:t>
            </a:r>
            <a:br>
              <a:rPr lang="en-US" sz="1400" b="0" i="0" dirty="0">
                <a:effectLst/>
                <a:latin typeface="Calibri" panose="020F0502020204030204" pitchFamily="34" charset="0"/>
                <a:ea typeface="Calibri" panose="020F0502020204030204" pitchFamily="34" charset="0"/>
                <a:cs typeface="Calibri" panose="020F0502020204030204" pitchFamily="34" charset="0"/>
              </a:rPr>
            </a:br>
            <a:r>
              <a:rPr lang="en-US" sz="1400" b="1" i="0" dirty="0">
                <a:effectLst/>
                <a:latin typeface="Calibri" panose="020F0502020204030204" pitchFamily="34" charset="0"/>
                <a:ea typeface="Calibri" panose="020F0502020204030204" pitchFamily="34" charset="0"/>
                <a:cs typeface="Calibri" panose="020F0502020204030204" pitchFamily="34" charset="0"/>
              </a:rPr>
              <a:t>2023</a:t>
            </a:r>
            <a:r>
              <a:rPr lang="en-US" sz="1400" b="0" i="0" dirty="0">
                <a:effectLst/>
                <a:latin typeface="Calibri" panose="020F0502020204030204" pitchFamily="34" charset="0"/>
                <a:ea typeface="Calibri" panose="020F0502020204030204" pitchFamily="34" charset="0"/>
                <a:cs typeface="Calibri" panose="020F0502020204030204" pitchFamily="34" charset="0"/>
              </a:rPr>
              <a:t>: A substantial jump to around 115 million check-ins.</a:t>
            </a:r>
            <a:br>
              <a:rPr lang="en-US" sz="1400" b="0" i="0" dirty="0">
                <a:effectLst/>
                <a:latin typeface="Calibri" panose="020F0502020204030204" pitchFamily="34" charset="0"/>
                <a:ea typeface="Calibri" panose="020F0502020204030204" pitchFamily="34" charset="0"/>
                <a:cs typeface="Calibri" panose="020F0502020204030204" pitchFamily="34" charset="0"/>
              </a:rPr>
            </a:br>
            <a:r>
              <a:rPr lang="en-US" sz="1400" b="1" i="0" dirty="0">
                <a:effectLst/>
                <a:latin typeface="Calibri" panose="020F0502020204030204" pitchFamily="34" charset="0"/>
                <a:ea typeface="Calibri" panose="020F0502020204030204" pitchFamily="34" charset="0"/>
                <a:cs typeface="Calibri" panose="020F0502020204030204" pitchFamily="34" charset="0"/>
              </a:rPr>
              <a:t>2024</a:t>
            </a:r>
            <a:r>
              <a:rPr lang="en-US" sz="1400" b="0" i="0" dirty="0">
                <a:effectLst/>
                <a:latin typeface="Calibri" panose="020F0502020204030204" pitchFamily="34" charset="0"/>
                <a:ea typeface="Calibri" panose="020F0502020204030204" pitchFamily="34" charset="0"/>
                <a:cs typeface="Calibri" panose="020F0502020204030204" pitchFamily="34" charset="0"/>
              </a:rPr>
              <a:t>: A dramatic increase to 184 million check-ins.</a:t>
            </a:r>
            <a:endParaRPr kumimoji="0" lang="en-US"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135187F-C3F3-E6DA-BC65-E3AC54ABBB4E}"/>
              </a:ext>
            </a:extLst>
          </p:cNvPr>
          <p:cNvSpPr txBox="1"/>
          <p:nvPr/>
        </p:nvSpPr>
        <p:spPr>
          <a:xfrm>
            <a:off x="10485642" y="6578702"/>
            <a:ext cx="2020991" cy="261610"/>
          </a:xfrm>
          <a:prstGeom prst="rect">
            <a:avLst/>
          </a:prstGeom>
          <a:noFill/>
        </p:spPr>
        <p:txBody>
          <a:bodyPr wrap="square" lIns="91440" tIns="45720" rIns="91440" bIns="45720" rtlCol="0" anchor="t">
            <a:spAutoFit/>
          </a:bodyPr>
          <a:lstStyle/>
          <a:p>
            <a:pPr>
              <a:defRPr/>
            </a:pPr>
            <a:r>
              <a:rPr kumimoji="0" lang="en-US" sz="1050" u="none" strike="noStrike" kern="1200" cap="none" spc="0" normalizeH="0" baseline="0" noProof="0" dirty="0">
                <a:ln>
                  <a:noFill/>
                </a:ln>
                <a:solidFill>
                  <a:prstClr val="black"/>
                </a:solidFill>
                <a:uLnTx/>
                <a:uFillTx/>
                <a:latin typeface="+mj-lt"/>
                <a:ea typeface="Calibri" panose="020F0502020204030204" pitchFamily="34" charset="0"/>
                <a:cs typeface="Calibri" panose="020F0502020204030204" pitchFamily="34" charset="0"/>
              </a:rPr>
              <a:t>Charts are AI gen</a:t>
            </a:r>
            <a:r>
              <a:rPr lang="en-US" sz="1050" dirty="0" err="1">
                <a:solidFill>
                  <a:prstClr val="black"/>
                </a:solidFill>
                <a:latin typeface="+mj-lt"/>
                <a:ea typeface="Calibri" panose="020F0502020204030204" pitchFamily="34" charset="0"/>
                <a:cs typeface="Calibri" panose="020F0502020204030204" pitchFamily="34" charset="0"/>
              </a:rPr>
              <a:t>erated</a:t>
            </a:r>
            <a:endParaRPr kumimoji="0" lang="en-US" sz="1200" b="1" i="0" u="none" strike="noStrike" kern="1200" cap="none" spc="0" normalizeH="0" baseline="0" noProof="0" dirty="0">
              <a:ln>
                <a:noFill/>
              </a:ln>
              <a:solidFill>
                <a:prstClr val="black"/>
              </a:solidFill>
              <a:effectLst/>
              <a:uLnTx/>
              <a:uFillTx/>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26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6B41A53-CD11-2B17-E9E7-CD441E35D5CD}"/>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0EDF3962-2A64-B210-32FA-056D6B3B2A24}"/>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pic>
        <p:nvPicPr>
          <p:cNvPr id="3074" name="Picture 2" descr="Cost Comparison: Gym Membership vs Tonal (2024)">
            <a:extLst>
              <a:ext uri="{FF2B5EF4-FFF2-40B4-BE49-F238E27FC236}">
                <a16:creationId xmlns:a16="http://schemas.microsoft.com/office/drawing/2014/main" id="{66C46DEC-5CB9-2F4C-3974-B1573D308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013" y="309446"/>
            <a:ext cx="7384794" cy="45391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E41DB82-9175-813D-B594-888FCA2AEF83}"/>
              </a:ext>
            </a:extLst>
          </p:cNvPr>
          <p:cNvSpPr txBox="1"/>
          <p:nvPr/>
        </p:nvSpPr>
        <p:spPr>
          <a:xfrm>
            <a:off x="2005013" y="4893625"/>
            <a:ext cx="7384794" cy="1815882"/>
          </a:xfrm>
          <a:prstGeom prst="rect">
            <a:avLst/>
          </a:prstGeom>
          <a:noFill/>
        </p:spPr>
        <p:txBody>
          <a:bodyPr wrap="square">
            <a:spAutoFit/>
          </a:bodyPr>
          <a:lstStyle/>
          <a:p>
            <a:pPr algn="l"/>
            <a:r>
              <a:rPr lang="en-US" sz="1400" b="0" i="0" dirty="0">
                <a:effectLst/>
              </a:rPr>
              <a:t>This bar chart compares the costs associated with a gym membership versus owning a Tonal home gym system in 2024. It shows:</a:t>
            </a:r>
          </a:p>
          <a:p>
            <a:pPr algn="l">
              <a:buFont typeface="Arial" panose="020B0604020202020204" pitchFamily="34" charset="0"/>
              <a:buChar char="•"/>
            </a:pPr>
            <a:r>
              <a:rPr lang="en-US" sz="1400" b="1" i="0" dirty="0">
                <a:effectLst/>
              </a:rPr>
              <a:t>Initial Cost</a:t>
            </a:r>
            <a:r>
              <a:rPr lang="en-US" sz="1400" b="0" i="0" dirty="0">
                <a:effectLst/>
              </a:rPr>
              <a:t>: Tonal has a high upfront cost of $3,995, while gym memberships typically have no initial cost.</a:t>
            </a:r>
          </a:p>
          <a:p>
            <a:pPr algn="l">
              <a:buFont typeface="Arial" panose="020B0604020202020204" pitchFamily="34" charset="0"/>
              <a:buChar char="•"/>
            </a:pPr>
            <a:r>
              <a:rPr lang="en-US" sz="1400" b="1" i="0" dirty="0">
                <a:effectLst/>
              </a:rPr>
              <a:t>Monthly Cost</a:t>
            </a:r>
            <a:r>
              <a:rPr lang="en-US" sz="1400" b="0" i="0" dirty="0">
                <a:effectLst/>
              </a:rPr>
              <a:t>: Gym memberships have a slightly higher monthly cost compared to </a:t>
            </a:r>
            <a:r>
              <a:rPr lang="en-US" sz="1400" b="0" i="0" dirty="0" err="1">
                <a:effectLst/>
              </a:rPr>
              <a:t>Tonal's</a:t>
            </a:r>
            <a:r>
              <a:rPr lang="en-US" sz="1400" b="0" i="0" dirty="0">
                <a:effectLst/>
              </a:rPr>
              <a:t> subscription.</a:t>
            </a:r>
          </a:p>
          <a:p>
            <a:pPr algn="l">
              <a:buFont typeface="Arial" panose="020B0604020202020204" pitchFamily="34" charset="0"/>
              <a:buChar char="•"/>
            </a:pPr>
            <a:r>
              <a:rPr lang="en-US" sz="1400" b="1" i="0" dirty="0">
                <a:effectLst/>
              </a:rPr>
              <a:t>Annual Cost</a:t>
            </a:r>
            <a:r>
              <a:rPr lang="en-US" sz="1400" b="0" i="0" dirty="0">
                <a:effectLst/>
              </a:rPr>
              <a:t>: The annual cost for a gym membership is higher than </a:t>
            </a:r>
            <a:r>
              <a:rPr lang="en-US" sz="1400" b="0" i="0" dirty="0" err="1">
                <a:effectLst/>
              </a:rPr>
              <a:t>Tonal's</a:t>
            </a:r>
            <a:r>
              <a:rPr lang="en-US" sz="1400" b="0" i="0" dirty="0">
                <a:effectLst/>
              </a:rPr>
              <a:t> annual subscription cost.</a:t>
            </a:r>
          </a:p>
        </p:txBody>
      </p:sp>
    </p:spTree>
    <p:extLst>
      <p:ext uri="{BB962C8B-B14F-4D97-AF65-F5344CB8AC3E}">
        <p14:creationId xmlns:p14="http://schemas.microsoft.com/office/powerpoint/2010/main" val="2734969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76D335-94B3-4851-5CB2-AD764BF764F6}"/>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E08B45B8-63FE-0353-07EF-E9D7F8F1030B}"/>
              </a:ext>
            </a:extLst>
          </p:cNvPr>
          <p:cNvSpPr txBox="1"/>
          <p:nvPr/>
        </p:nvSpPr>
        <p:spPr>
          <a:xfrm>
            <a:off x="-396661" y="2313110"/>
            <a:ext cx="2107773" cy="3592055"/>
          </a:xfrm>
          <a:prstGeom prst="rect">
            <a:avLst/>
          </a:prstGeom>
        </p:spPr>
        <p:txBody>
          <a:bodyPr lIns="27345" tIns="27345" rIns="27345" bIns="27345" rtlCol="0" anchor="ctr"/>
          <a:lstStyle/>
          <a:p>
            <a:pPr marL="0" marR="0" lvl="0" indent="0" algn="ctr" defTabSz="609630" rtl="0" eaLnBrk="1" fontAlgn="auto" latinLnBrk="0" hangingPunct="1">
              <a:lnSpc>
                <a:spcPts val="96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2" name="TextBox 2">
            <a:extLst>
              <a:ext uri="{FF2B5EF4-FFF2-40B4-BE49-F238E27FC236}">
                <a16:creationId xmlns:a16="http://schemas.microsoft.com/office/drawing/2014/main" id="{3F7CF810-24CD-5A8B-383E-7AD637EBD1DE}"/>
              </a:ext>
            </a:extLst>
          </p:cNvPr>
          <p:cNvSpPr txBox="1"/>
          <p:nvPr/>
        </p:nvSpPr>
        <p:spPr>
          <a:xfrm>
            <a:off x="434141" y="357661"/>
            <a:ext cx="11599146" cy="307777"/>
          </a:xfrm>
          <a:prstGeom prst="rect">
            <a:avLst/>
          </a:prstGeom>
        </p:spPr>
        <p:txBody>
          <a:bodyPr wrap="square" lIns="0" tIns="0" rIns="0" bIns="0" rtlCol="0" anchor="t">
            <a:spAutoFit/>
          </a:bodyPr>
          <a:lstStyle/>
          <a:p>
            <a:pPr defTabSz="609630">
              <a:defRPr/>
            </a:pPr>
            <a:r>
              <a:rPr lang="en-US" sz="2000" b="1" spc="160" dirty="0">
                <a:solidFill>
                  <a:srgbClr val="2B2C30"/>
                </a:solidFill>
                <a:ea typeface="+mn-lt"/>
                <a:cs typeface="+mn-lt"/>
              </a:rPr>
              <a:t>REFERENCES</a:t>
            </a:r>
            <a:endParaRPr lang="en-US" sz="2000" b="1" dirty="0">
              <a:cs typeface="Calibri"/>
            </a:endParaRPr>
          </a:p>
        </p:txBody>
      </p:sp>
      <p:sp>
        <p:nvSpPr>
          <p:cNvPr id="3" name="AutoShape 3">
            <a:extLst>
              <a:ext uri="{FF2B5EF4-FFF2-40B4-BE49-F238E27FC236}">
                <a16:creationId xmlns:a16="http://schemas.microsoft.com/office/drawing/2014/main" id="{D046C6BB-F659-9EC8-98BB-E4544A6B6BCF}"/>
              </a:ext>
            </a:extLst>
          </p:cNvPr>
          <p:cNvSpPr/>
          <p:nvPr/>
        </p:nvSpPr>
        <p:spPr>
          <a:xfrm flipV="1">
            <a:off x="288676" y="791432"/>
            <a:ext cx="11634445" cy="44804"/>
          </a:xfrm>
          <a:prstGeom prst="line">
            <a:avLst/>
          </a:prstGeom>
          <a:ln w="9525" cap="flat">
            <a:solidFill>
              <a:srgbClr val="2B2C3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3E5637E8-96F3-990C-84DC-69A2217CE62D}"/>
              </a:ext>
            </a:extLst>
          </p:cNvPr>
          <p:cNvSpPr txBox="1"/>
          <p:nvPr/>
        </p:nvSpPr>
        <p:spPr>
          <a:xfrm>
            <a:off x="288676" y="974508"/>
            <a:ext cx="1094187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hlinkClick r:id="rId2"/>
              </a:rPr>
              <a:t>https://fortune.com/well/article/gym-use-increase-pandemic-gen-z/</a:t>
            </a:r>
            <a:br>
              <a:rPr lang="en-US" dirty="0">
                <a:ea typeface="+mn-lt"/>
                <a:cs typeface="+mn-lt"/>
              </a:rPr>
            </a:br>
            <a:r>
              <a:rPr lang="en-US" dirty="0">
                <a:ea typeface="+mn-lt"/>
                <a:cs typeface="+mn-lt"/>
                <a:hlinkClick r:id="rId3"/>
              </a:rPr>
              <a:t>https://www.exercise.com/grow/fitness-industry-recession/</a:t>
            </a:r>
            <a:endParaRPr lang="en-US" dirty="0">
              <a:ea typeface="+mn-lt"/>
              <a:cs typeface="+mn-lt"/>
            </a:endParaRPr>
          </a:p>
          <a:p>
            <a:r>
              <a:rPr lang="en-US" dirty="0">
                <a:ea typeface="+mn-lt"/>
                <a:cs typeface="+mn-lt"/>
                <a:hlinkClick r:id="rId4"/>
              </a:rPr>
              <a:t>https://www.forbes.com/sites/benmidgley/2018/09/26/the-six-reasons-the-fitness-industry-is-booming/</a:t>
            </a:r>
            <a:endParaRPr lang="en-US" dirty="0">
              <a:ea typeface="+mn-lt"/>
              <a:cs typeface="+mn-lt"/>
            </a:endParaRPr>
          </a:p>
          <a:p>
            <a:r>
              <a:rPr lang="en-US" dirty="0">
                <a:ea typeface="+mn-lt"/>
                <a:cs typeface="+mn-lt"/>
                <a:hlinkClick r:id="rId5"/>
              </a:rPr>
              <a:t>https://www.cnet.com/health/fitness/tonal-review/</a:t>
            </a:r>
            <a:endParaRPr lang="en-US" dirty="0">
              <a:ea typeface="+mn-lt"/>
              <a:cs typeface="+mn-lt"/>
            </a:endParaRPr>
          </a:p>
          <a:p>
            <a:r>
              <a:rPr lang="en-US" dirty="0">
                <a:ea typeface="+mn-lt"/>
                <a:cs typeface="+mn-lt"/>
                <a:hlinkClick r:id="rId6"/>
              </a:rPr>
              <a:t>https://blog.chaddickerson.com/2023/09/14/tonal-home-gym-review/</a:t>
            </a:r>
            <a:endParaRPr lang="en-US" dirty="0">
              <a:ea typeface="+mn-lt"/>
              <a:cs typeface="+mn-lt"/>
            </a:endParaRPr>
          </a:p>
          <a:p>
            <a:r>
              <a:rPr lang="en-US" dirty="0">
                <a:ea typeface="+mn-lt"/>
                <a:cs typeface="+mn-lt"/>
                <a:hlinkClick r:id="rId7"/>
              </a:rPr>
              <a:t>https://www.mensjournal.com/health-fitness/tonal-review</a:t>
            </a:r>
            <a:endParaRPr lang="en-US" dirty="0">
              <a:ea typeface="+mn-lt"/>
              <a:cs typeface="+mn-lt"/>
            </a:endParaRPr>
          </a:p>
          <a:p>
            <a:r>
              <a:rPr lang="en-US" dirty="0">
                <a:ea typeface="+mn-lt"/>
                <a:cs typeface="+mn-lt"/>
                <a:hlinkClick r:id="rId8"/>
              </a:rPr>
              <a:t>https://www.whipsaw.com/work/tonal-strength-training-system</a:t>
            </a:r>
            <a:endParaRPr lang="en-US" dirty="0">
              <a:ea typeface="+mn-lt"/>
              <a:cs typeface="+mn-lt"/>
            </a:endParaRPr>
          </a:p>
          <a:p>
            <a:r>
              <a:rPr lang="en-US" dirty="0">
                <a:ea typeface="+mn-lt"/>
                <a:cs typeface="+mn-lt"/>
                <a:hlinkClick r:id="rId9"/>
              </a:rPr>
              <a:t>https://www.smallbizgenius.net/by-the-numbers/fitness-industry-statistics/</a:t>
            </a:r>
            <a:endParaRPr lang="en-US" dirty="0">
              <a:ea typeface="+mn-lt"/>
              <a:cs typeface="+mn-lt"/>
            </a:endParaRPr>
          </a:p>
          <a:p>
            <a:r>
              <a:rPr lang="en-US" dirty="0">
                <a:ea typeface="+mn-lt"/>
                <a:cs typeface="+mn-lt"/>
                <a:hlinkClick r:id="rId10"/>
              </a:rPr>
              <a:t>https://www.fool.com/the-ascent/personal-finance/articles/this-is-how-much-the-average-american-really-spends-on-gym-memberships/</a:t>
            </a:r>
            <a:endParaRPr lang="en-US" dirty="0">
              <a:ea typeface="+mn-lt"/>
              <a:cs typeface="+mn-lt"/>
            </a:endParaRPr>
          </a:p>
          <a:p>
            <a:r>
              <a:rPr lang="en-US" dirty="0">
                <a:ea typeface="+mn-lt"/>
                <a:cs typeface="+mn-lt"/>
                <a:hlinkClick r:id="rId11"/>
              </a:rPr>
              <a:t>https://renewbariatrics.com/gym-membership-statistics/</a:t>
            </a:r>
            <a:endParaRPr lang="en-US" dirty="0">
              <a:ea typeface="+mn-lt"/>
              <a:cs typeface="+mn-lt"/>
            </a:endParaRPr>
          </a:p>
          <a:p>
            <a:endParaRPr lang="en-US" dirty="0">
              <a:ea typeface="+mn-lt"/>
              <a:cs typeface="+mn-lt"/>
            </a:endParaRPr>
          </a:p>
          <a:p>
            <a:endParaRPr lang="en-US" dirty="0">
              <a:cs typeface="Calibri"/>
            </a:endParaRPr>
          </a:p>
        </p:txBody>
      </p:sp>
    </p:spTree>
    <p:extLst>
      <p:ext uri="{BB962C8B-B14F-4D97-AF65-F5344CB8AC3E}">
        <p14:creationId xmlns:p14="http://schemas.microsoft.com/office/powerpoint/2010/main" val="376590397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2937</Words>
  <Application>Microsoft Office PowerPoint</Application>
  <PresentationFormat>Widescreen</PresentationFormat>
  <Paragraphs>296</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__fkGroteskNeue_598ab8</vt:lpstr>
      <vt:lpstr>Aptos</vt:lpstr>
      <vt:lpstr>Aptos Display</vt:lpstr>
      <vt:lpstr>Arial</vt:lpstr>
      <vt:lpstr>Calibri</vt:lpstr>
      <vt:lpstr>Canva Sans Bold</vt:lpstr>
      <vt:lpstr>Public Sans Bold</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TONAL</dc:title>
  <dc:creator/>
  <cp:lastModifiedBy>Nupur Mohapatra</cp:lastModifiedBy>
  <cp:revision>422</cp:revision>
  <dcterms:created xsi:type="dcterms:W3CDTF">2024-10-26T17:22:25Z</dcterms:created>
  <dcterms:modified xsi:type="dcterms:W3CDTF">2024-12-02T21:03:59Z</dcterms:modified>
</cp:coreProperties>
</file>